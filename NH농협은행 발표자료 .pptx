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3" r:id="rId16"/>
    <p:sldId id="285" r:id="rId17"/>
    <p:sldId id="286" r:id="rId18"/>
    <p:sldId id="287" r:id="rId19"/>
    <p:sldId id="282" r:id="rId20"/>
    <p:sldId id="273" r:id="rId21"/>
    <p:sldId id="274" r:id="rId22"/>
    <p:sldId id="275" r:id="rId23"/>
    <p:sldId id="277" r:id="rId24"/>
    <p:sldId id="276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D32"/>
    <a:srgbClr val="1B5E20"/>
    <a:srgbClr val="37474F"/>
    <a:srgbClr val="F9A825"/>
    <a:srgbClr val="E65100"/>
    <a:srgbClr val="8CA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5E3D8-3550-47C6-86F2-179B9E0C93C6}" v="111" dt="2026-05-04T09:45:32.9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지연 위" userId="3afbba209ae90fae" providerId="LiveId" clId="{4F5C24C1-ADEA-4F23-8598-EDF5FE3CE041}"/>
    <pc:docChg chg="undo redo custSel addSld delSld modSld">
      <pc:chgData name="지연 위" userId="3afbba209ae90fae" providerId="LiveId" clId="{4F5C24C1-ADEA-4F23-8598-EDF5FE3CE041}" dt="2026-05-06T07:06:59.854" v="5678" actId="20577"/>
      <pc:docMkLst>
        <pc:docMk/>
      </pc:docMkLst>
      <pc:sldChg chg="modSp mod">
        <pc:chgData name="지연 위" userId="3afbba209ae90fae" providerId="LiveId" clId="{4F5C24C1-ADEA-4F23-8598-EDF5FE3CE041}" dt="2026-05-06T04:23:20.231" v="5675" actId="20577"/>
        <pc:sldMkLst>
          <pc:docMk/>
          <pc:sldMk cId="0" sldId="256"/>
        </pc:sldMkLst>
        <pc:spChg chg="mod">
          <ac:chgData name="지연 위" userId="3afbba209ae90fae" providerId="LiveId" clId="{4F5C24C1-ADEA-4F23-8598-EDF5FE3CE041}" dt="2026-05-03T12:42:33.916" v="139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6T04:23:20.231" v="5675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2:28.126" v="138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2:41.347" v="140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2:39:23.570" v="61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7:56:47.049" v="1848" actId="255"/>
        <pc:sldMkLst>
          <pc:docMk/>
          <pc:sldMk cId="0" sldId="257"/>
        </pc:sldMkLst>
        <pc:spChg chg="mod">
          <ac:chgData name="지연 위" userId="3afbba209ae90fae" providerId="LiveId" clId="{4F5C24C1-ADEA-4F23-8598-EDF5FE3CE041}" dt="2026-05-03T12:43:39.694" v="145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3:14.782" v="141" actId="207"/>
          <ac:spMkLst>
            <pc:docMk/>
            <pc:sldMk cId="0" sldId="257"/>
            <ac:spMk id="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37.915" v="1846" actId="255"/>
          <ac:spMkLst>
            <pc:docMk/>
            <pc:sldMk cId="0" sldId="257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14.111" v="1840" actId="255"/>
          <ac:spMkLst>
            <pc:docMk/>
            <pc:sldMk cId="0" sldId="257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38.756" v="1835" actId="255"/>
          <ac:spMkLst>
            <pc:docMk/>
            <pc:sldMk cId="0" sldId="257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38.756" v="1835" actId="255"/>
          <ac:spMkLst>
            <pc:docMk/>
            <pc:sldMk cId="0" sldId="257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38.756" v="1835" actId="255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3:19.353" v="142" actId="20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42.483" v="1847" actId="25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21.503" v="1842" actId="255"/>
          <ac:spMkLst>
            <pc:docMk/>
            <pc:sldMk cId="0" sldId="257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54.919" v="1838" actId="255"/>
          <ac:spMkLst>
            <pc:docMk/>
            <pc:sldMk cId="0" sldId="257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51.036" v="1837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51.036" v="1837" actId="255"/>
          <ac:spMkLst>
            <pc:docMk/>
            <pc:sldMk cId="0" sldId="257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3:25.990" v="143" actId="207"/>
          <ac:spMkLst>
            <pc:docMk/>
            <pc:sldMk cId="0" sldId="257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33.857" v="1845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17.641" v="1841" actId="255"/>
          <ac:spMkLst>
            <pc:docMk/>
            <pc:sldMk cId="0" sldId="257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43.731" v="1836" actId="255"/>
          <ac:spMkLst>
            <pc:docMk/>
            <pc:sldMk cId="0" sldId="257"/>
            <ac:spMk id="2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43.731" v="1836" actId="255"/>
          <ac:spMkLst>
            <pc:docMk/>
            <pc:sldMk cId="0" sldId="257"/>
            <ac:spMk id="26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5:43.731" v="1836" actId="255"/>
          <ac:spMkLst>
            <pc:docMk/>
            <pc:sldMk cId="0" sldId="257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3:30.800" v="144" actId="20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47.049" v="1848" actId="255"/>
          <ac:spMkLst>
            <pc:docMk/>
            <pc:sldMk cId="0" sldId="257"/>
            <ac:spMk id="30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25.423" v="1843" actId="255"/>
          <ac:spMkLst>
            <pc:docMk/>
            <pc:sldMk cId="0" sldId="257"/>
            <ac:spMk id="31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06.253" v="1839" actId="255"/>
          <ac:spMkLst>
            <pc:docMk/>
            <pc:sldMk cId="0" sldId="257"/>
            <ac:spMk id="32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06.253" v="1839" actId="255"/>
          <ac:spMkLst>
            <pc:docMk/>
            <pc:sldMk cId="0" sldId="257"/>
            <ac:spMk id="33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6:06.253" v="1839" actId="255"/>
          <ac:spMkLst>
            <pc:docMk/>
            <pc:sldMk cId="0" sldId="257"/>
            <ac:spMk id="34" creationId="{00000000-0000-0000-0000-000000000000}"/>
          </ac:spMkLst>
        </pc:spChg>
      </pc:sldChg>
      <pc:sldChg chg="modSp mod setBg">
        <pc:chgData name="지연 위" userId="3afbba209ae90fae" providerId="LiveId" clId="{4F5C24C1-ADEA-4F23-8598-EDF5FE3CE041}" dt="2026-05-03T13:37:06.619" v="976" actId="207"/>
        <pc:sldMkLst>
          <pc:docMk/>
          <pc:sldMk cId="0" sldId="258"/>
        </pc:sldMkLst>
        <pc:spChg chg="mod">
          <ac:chgData name="지연 위" userId="3afbba209ae90fae" providerId="LiveId" clId="{4F5C24C1-ADEA-4F23-8598-EDF5FE3CE041}" dt="2026-05-03T13:19:16.726" v="581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4:54.494" v="148" actId="255"/>
          <ac:spMkLst>
            <pc:docMk/>
            <pc:sldMk cId="0" sldId="258"/>
            <ac:spMk id="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7:06.619" v="976" actId="20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7:57:58.674" v="1849" actId="255"/>
        <pc:sldMkLst>
          <pc:docMk/>
          <pc:sldMk cId="0" sldId="259"/>
        </pc:sldMkLst>
        <pc:spChg chg="mod">
          <ac:chgData name="지연 위" userId="3afbba209ae90fae" providerId="LiveId" clId="{4F5C24C1-ADEA-4F23-8598-EDF5FE3CE041}" dt="2026-05-04T07:57:58.674" v="1849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7:22.428" v="161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7:27.260" v="162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8:46.260" v="174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7:43.621" v="16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9:11.930" v="178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7:50.596" v="165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7:55.083" v="166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8:56.328" v="175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8:38.173" v="172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3T12:48:19.005" v="170" actId="1410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0:28.634" v="185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7:22.160" v="1763" actId="20577"/>
          <ac:spMkLst>
            <pc:docMk/>
            <pc:sldMk cId="0" sldId="259"/>
            <ac:spMk id="18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7:59:59.575" v="1866" actId="20577"/>
        <pc:sldMkLst>
          <pc:docMk/>
          <pc:sldMk cId="0" sldId="260"/>
        </pc:sldMkLst>
        <pc:spChg chg="mod">
          <ac:chgData name="지연 위" userId="3afbba209ae90fae" providerId="LiveId" clId="{4F5C24C1-ADEA-4F23-8598-EDF5FE3CE041}" dt="2026-05-04T07:58:06.839" v="1850" actId="255"/>
          <ac:spMkLst>
            <pc:docMk/>
            <pc:sldMk cId="0" sldId="260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0:43.560" v="1821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0.726" v="1826" actId="2085"/>
          <ac:spMkLst>
            <pc:docMk/>
            <pc:sldMk cId="0" sldId="260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9:59.575" v="1866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0.726" v="1826" actId="2085"/>
          <ac:spMkLst>
            <pc:docMk/>
            <pc:sldMk cId="0" sldId="260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7:09.828" v="57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2:26.927" v="196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4T07:49:43.541" v="1814" actId="20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7:14.814" v="574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9:03.835" v="244" actId="20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9:56.512" v="1863" actId="2057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0.726" v="1826" actId="208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9:03.835" v="244" actId="20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4T07:49:43.541" v="1814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7:29.871" v="576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9:03.835" v="244" actId="208"/>
          <ac:spMkLst>
            <pc:docMk/>
            <pc:sldMk cId="0" sldId="260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9:46.649" v="1860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0.726" v="1826" actId="2085"/>
          <ac:spMkLst>
            <pc:docMk/>
            <pc:sldMk cId="0" sldId="260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7:06.971" v="232" actId="107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지연 위" userId="3afbba209ae90fae" providerId="LiveId" clId="{4F5C24C1-ADEA-4F23-8598-EDF5FE3CE041}" dt="2026-05-03T12:54:08.574" v="205" actId="208"/>
          <ac:spMkLst>
            <pc:docMk/>
            <pc:sldMk cId="0" sldId="260"/>
            <ac:spMk id="2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49:43.541" v="1814" actId="20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8:01.602" v="577" actId="122"/>
          <ac:spMkLst>
            <pc:docMk/>
            <pc:sldMk cId="0" sldId="260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0.726" v="1826" actId="2085"/>
          <ac:spMkLst>
            <pc:docMk/>
            <pc:sldMk cId="0" sldId="260"/>
            <ac:spMk id="28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9:41.002" v="1857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0.726" v="1826" actId="2085"/>
          <ac:spMkLst>
            <pc:docMk/>
            <pc:sldMk cId="0" sldId="260"/>
            <ac:spMk id="30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0:33.948" v="1820" actId="20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0:33.948" v="1820" actId="207"/>
          <ac:spMkLst>
            <pc:docMk/>
            <pc:sldMk cId="0" sldId="260"/>
            <ac:spMk id="3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8:25.524" v="580" actId="2057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6:18.569" v="1738"/>
          <ac:spMkLst>
            <pc:docMk/>
            <pc:sldMk cId="0" sldId="260"/>
            <ac:spMk id="35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7:58:11.448" v="1851" actId="255"/>
        <pc:sldMkLst>
          <pc:docMk/>
          <pc:sldMk cId="0" sldId="261"/>
        </pc:sldMkLst>
        <pc:spChg chg="mod">
          <ac:chgData name="지연 위" userId="3afbba209ae90fae" providerId="LiveId" clId="{4F5C24C1-ADEA-4F23-8598-EDF5FE3CE041}" dt="2026-05-04T07:58:11.448" v="1851" actId="255"/>
          <ac:spMkLst>
            <pc:docMk/>
            <pc:sldMk cId="0" sldId="261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5:34.114" v="335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1:19.138" v="278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3:55.250" v="549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2:34.366" v="296" actId="12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5:44.459" v="338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4:39.453" v="323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1:23.845" v="279" actId="255"/>
          <ac:spMkLst>
            <pc:docMk/>
            <pc:sldMk cId="0" sldId="261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4:19.358" v="551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2:34.366" v="296" actId="12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5:53.221" v="340" actId="14100"/>
          <ac:spMkLst>
            <pc:docMk/>
            <pc:sldMk cId="0" sldId="261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4:57.454" v="327" actId="1076"/>
          <ac:spMkLst>
            <pc:docMk/>
            <pc:sldMk cId="0" sldId="261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1:27.924" v="280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5:22.304" v="568" actId="2057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2:34.366" v="296" actId="12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06:24.946" v="345" actId="107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0:52.908" v="404" actId="1410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2:39.768" v="536" actId="14100"/>
          <ac:spMkLst>
            <pc:docMk/>
            <pc:sldMk cId="0" sldId="261"/>
            <ac:spMk id="25" creationId="{00000000-0000-0000-0000-000000000000}"/>
          </ac:spMkLst>
        </pc:spChg>
      </pc:sldChg>
      <pc:sldChg chg="modSp mod setBg">
        <pc:chgData name="지연 위" userId="3afbba209ae90fae" providerId="LiveId" clId="{4F5C24C1-ADEA-4F23-8598-EDF5FE3CE041}" dt="2026-05-03T13:37:25.384" v="977" actId="207"/>
        <pc:sldMkLst>
          <pc:docMk/>
          <pc:sldMk cId="0" sldId="262"/>
        </pc:sldMkLst>
        <pc:spChg chg="mod">
          <ac:chgData name="지연 위" userId="3afbba209ae90fae" providerId="LiveId" clId="{4F5C24C1-ADEA-4F23-8598-EDF5FE3CE041}" dt="2026-05-03T13:36:30.172" v="971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19:32.202" v="582" actId="255"/>
          <ac:spMkLst>
            <pc:docMk/>
            <pc:sldMk cId="0" sldId="262"/>
            <ac:spMk id="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7:25.384" v="977" actId="20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8:02:25.758" v="1867" actId="255"/>
        <pc:sldMkLst>
          <pc:docMk/>
          <pc:sldMk cId="0" sldId="263"/>
        </pc:sldMkLst>
        <pc:spChg chg="mod">
          <ac:chgData name="지연 위" userId="3afbba209ae90fae" providerId="LiveId" clId="{4F5C24C1-ADEA-4F23-8598-EDF5FE3CE041}" dt="2026-05-04T08:02:25.758" v="1867" actId="255"/>
          <ac:spMkLst>
            <pc:docMk/>
            <pc:sldMk cId="0" sldId="263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0:28.910" v="585" actId="255"/>
          <ac:spMkLst>
            <pc:docMk/>
            <pc:sldMk cId="0" sldId="263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3:07.273" v="608" actId="122"/>
          <ac:spMkLst>
            <pc:docMk/>
            <pc:sldMk cId="0" sldId="263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12.207" v="616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12.207" v="616" actId="1410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12.207" v="616" actId="14100"/>
          <ac:spMkLst>
            <pc:docMk/>
            <pc:sldMk cId="0" sldId="263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12.207" v="616" actId="14100"/>
          <ac:spMkLst>
            <pc:docMk/>
            <pc:sldMk cId="0" sldId="263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12.207" v="616" actId="14100"/>
          <ac:spMkLst>
            <pc:docMk/>
            <pc:sldMk cId="0" sldId="263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12.207" v="616" actId="14100"/>
          <ac:spMkLst>
            <pc:docMk/>
            <pc:sldMk cId="0" sldId="263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2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0:51.132" v="587" actId="255"/>
          <ac:spMkLst>
            <pc:docMk/>
            <pc:sldMk cId="0" sldId="263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4:26.689" v="620" actId="14100"/>
          <ac:spMkLst>
            <pc:docMk/>
            <pc:sldMk cId="0" sldId="263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1:08.524" v="589" actId="255"/>
          <ac:spMkLst>
            <pc:docMk/>
            <pc:sldMk cId="0" sldId="263"/>
            <ac:spMk id="3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3:10.191" v="609" actId="122"/>
          <ac:spMkLst>
            <pc:docMk/>
            <pc:sldMk cId="0" sldId="263"/>
            <ac:spMk id="3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3:33.665" v="611" actId="14100"/>
          <ac:spMkLst>
            <pc:docMk/>
            <pc:sldMk cId="0" sldId="263"/>
            <ac:spMk id="33" creationId="{00000000-0000-0000-0000-000000000000}"/>
          </ac:spMkLst>
        </pc:spChg>
      </pc:sldChg>
      <pc:sldChg chg="addSp delSp modSp mod">
        <pc:chgData name="지연 위" userId="3afbba209ae90fae" providerId="LiveId" clId="{4F5C24C1-ADEA-4F23-8598-EDF5FE3CE041}" dt="2026-05-04T08:02:31.266" v="1868" actId="255"/>
        <pc:sldMkLst>
          <pc:docMk/>
          <pc:sldMk cId="0" sldId="264"/>
        </pc:sldMkLst>
        <pc:spChg chg="mod">
          <ac:chgData name="지연 위" userId="3afbba209ae90fae" providerId="LiveId" clId="{4F5C24C1-ADEA-4F23-8598-EDF5FE3CE041}" dt="2026-05-04T08:02:31.266" v="1868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9:49.716" v="873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20.792" v="896" actId="255"/>
          <ac:spMkLst>
            <pc:docMk/>
            <pc:sldMk cId="0" sldId="264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20.792" v="896" actId="255"/>
          <ac:spMkLst>
            <pc:docMk/>
            <pc:sldMk cId="0" sldId="264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9:53.031" v="874" actId="1410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20.792" v="896" actId="255"/>
          <ac:spMkLst>
            <pc:docMk/>
            <pc:sldMk cId="0" sldId="264"/>
            <ac:spMk id="2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20.792" v="896" actId="25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3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3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6:24.944" v="631" actId="20577"/>
          <ac:spMkLst>
            <pc:docMk/>
            <pc:sldMk cId="0" sldId="264"/>
            <ac:spMk id="3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0:37.571" v="888" actId="14100"/>
          <ac:spMkLst>
            <pc:docMk/>
            <pc:sldMk cId="0" sldId="264"/>
            <ac:spMk id="3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7:02.514" v="637" actId="1076"/>
          <ac:spMkLst>
            <pc:docMk/>
            <pc:sldMk cId="0" sldId="264"/>
            <ac:spMk id="4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27:02.514" v="637" actId="107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0:01.712" v="878" actId="20577"/>
          <ac:spMkLst>
            <pc:docMk/>
            <pc:sldMk cId="0" sldId="264"/>
            <ac:spMk id="43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4:45.927" v="1733" actId="20577"/>
          <ac:spMkLst>
            <pc:docMk/>
            <pc:sldMk cId="0" sldId="264"/>
            <ac:spMk id="48" creationId="{00000000-0000-0000-0000-000000000000}"/>
          </ac:spMkLst>
        </pc:spChg>
        <pc:spChg chg="add mod">
          <ac:chgData name="지연 위" userId="3afbba209ae90fae" providerId="LiveId" clId="{4F5C24C1-ADEA-4F23-8598-EDF5FE3CE041}" dt="2026-05-03T13:30:03.084" v="882" actId="20577"/>
          <ac:spMkLst>
            <pc:docMk/>
            <pc:sldMk cId="0" sldId="264"/>
            <ac:spMk id="53" creationId="{DD0CEC5F-767E-2236-B06F-1A280218E37C}"/>
          </ac:spMkLst>
        </pc:spChg>
        <pc:spChg chg="add mod">
          <ac:chgData name="지연 위" userId="3afbba209ae90fae" providerId="LiveId" clId="{4F5C24C1-ADEA-4F23-8598-EDF5FE3CE041}" dt="2026-05-03T13:34:29.471" v="964" actId="20577"/>
          <ac:spMkLst>
            <pc:docMk/>
            <pc:sldMk cId="0" sldId="264"/>
            <ac:spMk id="54" creationId="{6E27E5F3-3986-1901-64EF-A14EBEF4C08B}"/>
          </ac:spMkLst>
        </pc:spChg>
        <pc:spChg chg="add 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55" creationId="{0DE75DCA-0194-7A34-3835-519A515CBEFD}"/>
          </ac:spMkLst>
        </pc:spChg>
        <pc:spChg chg="add mod">
          <ac:chgData name="지연 위" userId="3afbba209ae90fae" providerId="LiveId" clId="{4F5C24C1-ADEA-4F23-8598-EDF5FE3CE041}" dt="2026-05-03T13:29:19.243" v="813" actId="20577"/>
          <ac:spMkLst>
            <pc:docMk/>
            <pc:sldMk cId="0" sldId="264"/>
            <ac:spMk id="56" creationId="{49433862-94F9-773E-C20F-40A1ED906102}"/>
          </ac:spMkLst>
        </pc:spChg>
        <pc:spChg chg="add mod">
          <ac:chgData name="지연 위" userId="3afbba209ae90fae" providerId="LiveId" clId="{4F5C24C1-ADEA-4F23-8598-EDF5FE3CE041}" dt="2026-05-03T13:34:01.783" v="953" actId="255"/>
          <ac:spMkLst>
            <pc:docMk/>
            <pc:sldMk cId="0" sldId="264"/>
            <ac:spMk id="57" creationId="{81A135E5-AADD-100D-645B-5E60040F9E3C}"/>
          </ac:spMkLst>
        </pc:spChg>
      </pc:sldChg>
      <pc:sldChg chg="modSp mod">
        <pc:chgData name="지연 위" userId="3afbba209ae90fae" providerId="LiveId" clId="{4F5C24C1-ADEA-4F23-8598-EDF5FE3CE041}" dt="2026-05-04T08:02:36.661" v="1869" actId="255"/>
        <pc:sldMkLst>
          <pc:docMk/>
          <pc:sldMk cId="0" sldId="265"/>
        </pc:sldMkLst>
        <pc:spChg chg="mod">
          <ac:chgData name="지연 위" userId="3afbba209ae90fae" providerId="LiveId" clId="{4F5C24C1-ADEA-4F23-8598-EDF5FE3CE041}" dt="2026-05-04T08:02:36.661" v="1869" actId="255"/>
          <ac:spMkLst>
            <pc:docMk/>
            <pc:sldMk cId="0" sldId="265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1:20.308" v="889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09.537" v="895" actId="255"/>
          <ac:spMkLst>
            <pc:docMk/>
            <pc:sldMk cId="0" sldId="265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09.537" v="895" actId="255"/>
          <ac:spMkLst>
            <pc:docMk/>
            <pc:sldMk cId="0" sldId="265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13.549" v="891" actId="14100"/>
          <ac:spMkLst>
            <pc:docMk/>
            <pc:sldMk cId="0" sldId="265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09.537" v="895" actId="255"/>
          <ac:spMkLst>
            <pc:docMk/>
            <pc:sldMk cId="0" sldId="265"/>
            <ac:spMk id="2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3:09.537" v="895" actId="25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1:42.470" v="890" actId="14100"/>
          <ac:spMkLst>
            <pc:docMk/>
            <pc:sldMk cId="0" sldId="265"/>
            <ac:spMk id="3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40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4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4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56.493" v="894" actId="255"/>
          <ac:spMkLst>
            <pc:docMk/>
            <pc:sldMk cId="0" sldId="265"/>
            <ac:spMk id="4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2:25.081" v="892" actId="1076"/>
          <ac:spMkLst>
            <pc:docMk/>
            <pc:sldMk cId="0" sldId="265"/>
            <ac:spMk id="4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8:30.773" v="1505" actId="20577"/>
          <ac:spMkLst>
            <pc:docMk/>
            <pc:sldMk cId="0" sldId="265"/>
            <ac:spMk id="49" creationId="{00000000-0000-0000-0000-000000000000}"/>
          </ac:spMkLst>
        </pc:spChg>
      </pc:sldChg>
      <pc:sldChg chg="addSp delSp modSp mod">
        <pc:chgData name="지연 위" userId="3afbba209ae90fae" providerId="LiveId" clId="{4F5C24C1-ADEA-4F23-8598-EDF5FE3CE041}" dt="2026-05-04T08:02:42.613" v="1870" actId="255"/>
        <pc:sldMkLst>
          <pc:docMk/>
          <pc:sldMk cId="0" sldId="266"/>
        </pc:sldMkLst>
        <pc:spChg chg="mod">
          <ac:chgData name="지연 위" userId="3afbba209ae90fae" providerId="LiveId" clId="{4F5C24C1-ADEA-4F23-8598-EDF5FE3CE041}" dt="2026-05-04T08:02:42.613" v="1870" actId="255"/>
          <ac:spMkLst>
            <pc:docMk/>
            <pc:sldMk cId="0" sldId="266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41.935" v="1239" actId="255"/>
          <ac:spMkLst>
            <pc:docMk/>
            <pc:sldMk cId="0" sldId="266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41.935" v="1239" actId="255"/>
          <ac:spMkLst>
            <pc:docMk/>
            <pc:sldMk cId="0" sldId="266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41.935" v="1239" actId="25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41.935" v="1239" actId="255"/>
          <ac:spMkLst>
            <pc:docMk/>
            <pc:sldMk cId="0" sldId="266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41.935" v="1239" actId="255"/>
          <ac:spMkLst>
            <pc:docMk/>
            <pc:sldMk cId="0" sldId="266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41.935" v="1239" actId="255"/>
          <ac:spMkLst>
            <pc:docMk/>
            <pc:sldMk cId="0" sldId="266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3:58:53.251" v="1158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53:38.207" v="1133" actId="1410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3T13:43:01.164" v="1025" actId="2057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2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10:16.966" v="1253" actId="20577"/>
          <ac:spMkLst>
            <pc:docMk/>
            <pc:sldMk cId="0" sldId="266"/>
            <ac:spMk id="31" creationId="{00000000-0000-0000-0000-000000000000}"/>
          </ac:spMkLst>
        </pc:spChg>
        <pc:spChg chg="mod">
          <ac:chgData name="지연 위" userId="3afbba209ae90fae" providerId="LiveId" clId="{4F5C24C1-ADEA-4F23-8598-EDF5FE3CE041}" dt="2026-05-03T13:45:02.746" v="1056" actId="20577"/>
          <ac:spMkLst>
            <pc:docMk/>
            <pc:sldMk cId="0" sldId="266"/>
            <ac:spMk id="3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3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09:55.968" v="1240" actId="164"/>
          <ac:spMkLst>
            <pc:docMk/>
            <pc:sldMk cId="0" sldId="266"/>
            <ac:spMk id="35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9:20.850" v="1511" actId="20577"/>
          <ac:spMkLst>
            <pc:docMk/>
            <pc:sldMk cId="0" sldId="266"/>
            <ac:spMk id="37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9:03.965" v="986" actId="20577"/>
          <ac:spMkLst>
            <pc:docMk/>
            <pc:sldMk cId="0" sldId="266"/>
            <ac:spMk id="62" creationId="{00000000-0000-0000-0000-000000000000}"/>
          </ac:spMkLst>
        </pc:spChg>
        <pc:grpChg chg="mod">
          <ac:chgData name="지연 위" userId="3afbba209ae90fae" providerId="LiveId" clId="{4F5C24C1-ADEA-4F23-8598-EDF5FE3CE041}" dt="2026-05-03T14:10:09.224" v="1244" actId="14100"/>
          <ac:grpSpMkLst>
            <pc:docMk/>
            <pc:sldMk cId="0" sldId="266"/>
            <ac:grpSpMk id="63" creationId="{93E17965-CDA5-05F3-4BC8-D6855DE4069D}"/>
          </ac:grpSpMkLst>
        </pc:grpChg>
      </pc:sldChg>
      <pc:sldChg chg="modSp mod setBg">
        <pc:chgData name="지연 위" userId="3afbba209ae90fae" providerId="LiveId" clId="{4F5C24C1-ADEA-4F23-8598-EDF5FE3CE041}" dt="2026-05-04T08:54:48.988" v="3675" actId="207"/>
        <pc:sldMkLst>
          <pc:docMk/>
          <pc:sldMk cId="0" sldId="267"/>
        </pc:sldMkLst>
        <pc:spChg chg="mod">
          <ac:chgData name="지연 위" userId="3afbba209ae90fae" providerId="LiveId" clId="{4F5C24C1-ADEA-4F23-8598-EDF5FE3CE041}" dt="2026-05-03T13:36:48.995" v="975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7:37.312" v="978" actId="255"/>
          <ac:spMkLst>
            <pc:docMk/>
            <pc:sldMk cId="0" sldId="267"/>
            <ac:spMk id="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7:46.600" v="979" actId="207"/>
          <ac:spMkLst>
            <pc:docMk/>
            <pc:sldMk cId="0" sldId="267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4:48.988" v="3675" actId="207"/>
          <ac:spMkLst>
            <pc:docMk/>
            <pc:sldMk cId="0" sldId="267"/>
            <ac:spMk id="5" creationId="{AD728884-ED2B-9216-5C27-CEDE5AF15ACD}"/>
          </ac:spMkLst>
        </pc:spChg>
      </pc:sldChg>
      <pc:sldChg chg="modSp mod">
        <pc:chgData name="지연 위" userId="3afbba209ae90fae" providerId="LiveId" clId="{4F5C24C1-ADEA-4F23-8598-EDF5FE3CE041}" dt="2026-05-04T08:02:49.211" v="1871" actId="255"/>
        <pc:sldMkLst>
          <pc:docMk/>
          <pc:sldMk cId="0" sldId="268"/>
        </pc:sldMkLst>
        <pc:spChg chg="mod">
          <ac:chgData name="지연 위" userId="3afbba209ae90fae" providerId="LiveId" clId="{4F5C24C1-ADEA-4F23-8598-EDF5FE3CE041}" dt="2026-05-04T08:02:49.211" v="1871" actId="255"/>
          <ac:spMkLst>
            <pc:docMk/>
            <pc:sldMk cId="0" sldId="268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17.943" v="1828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13:30.663" v="1272" actId="207"/>
          <ac:spMkLst>
            <pc:docMk/>
            <pc:sldMk cId="0" sldId="268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13:23.025" v="1270" actId="208"/>
          <ac:spMkLst>
            <pc:docMk/>
            <pc:sldMk cId="0" sldId="268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1:15.535" v="1341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27.881" v="1830" actId="255"/>
          <ac:spMkLst>
            <pc:docMk/>
            <pc:sldMk cId="0" sldId="268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1:07.581" v="1427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13:42.808" v="1274" actId="208"/>
          <ac:spMkLst>
            <pc:docMk/>
            <pc:sldMk cId="0" sldId="268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1:56.854" v="1346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1:19.531" v="1342" actId="1410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34.154" v="1831" actId="255"/>
          <ac:spMkLst>
            <pc:docMk/>
            <pc:sldMk cId="0" sldId="268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17:48.463" v="1314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0:29.854" v="1634" actId="107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14:04.047" v="1278" actId="207"/>
          <ac:spMkLst>
            <pc:docMk/>
            <pc:sldMk cId="0" sldId="268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2:10.209" v="1348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1:42.684" v="1345" actId="14100"/>
          <ac:spMkLst>
            <pc:docMk/>
            <pc:sldMk cId="0" sldId="268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39.593" v="1832" actId="255"/>
          <ac:spMkLst>
            <pc:docMk/>
            <pc:sldMk cId="0" sldId="268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3:57.621" v="1360" actId="313"/>
          <ac:spMkLst>
            <pc:docMk/>
            <pc:sldMk cId="0" sldId="268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3:19.225" v="1356" actId="207"/>
          <ac:spMkLst>
            <pc:docMk/>
            <pc:sldMk cId="0" sldId="268"/>
            <ac:spMk id="25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8:03:00.186" v="1874" actId="14100"/>
        <pc:sldMkLst>
          <pc:docMk/>
          <pc:sldMk cId="0" sldId="269"/>
        </pc:sldMkLst>
        <pc:spChg chg="mod">
          <ac:chgData name="지연 위" userId="3afbba209ae90fae" providerId="LiveId" clId="{4F5C24C1-ADEA-4F23-8598-EDF5FE3CE041}" dt="2026-05-04T08:03:00.186" v="1874" actId="14100"/>
          <ac:spMkLst>
            <pc:docMk/>
            <pc:sldMk cId="0" sldId="269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4:48.870" v="1367" actId="207"/>
          <ac:spMkLst>
            <pc:docMk/>
            <pc:sldMk cId="0" sldId="269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2:04.515" v="1429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2:04.515" v="1429" actId="14100"/>
          <ac:spMkLst>
            <pc:docMk/>
            <pc:sldMk cId="0" sldId="269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46.473" v="1833" actId="255"/>
          <ac:spMkLst>
            <pc:docMk/>
            <pc:sldMk cId="0" sldId="269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0:50.982" v="1425" actId="2057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5:08.912" v="1371" actId="207"/>
          <ac:spMkLst>
            <pc:docMk/>
            <pc:sldMk cId="0" sldId="269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27:55.273" v="1393" actId="14100"/>
          <ac:spMkLst>
            <pc:docMk/>
            <pc:sldMk cId="0" sldId="269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2:16.184" v="1431" actId="255"/>
          <ac:spMkLst>
            <pc:docMk/>
            <pc:sldMk cId="0" sldId="269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4T07:52:50.369" v="1834" actId="255"/>
          <ac:spMkLst>
            <pc:docMk/>
            <pc:sldMk cId="0" sldId="269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3:13.990" v="1439" actId="2057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34:30.730" v="1442" actId="207"/>
          <ac:spMkLst>
            <pc:docMk/>
            <pc:sldMk cId="0" sldId="269"/>
            <ac:spMk id="19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3T13:38:24.244" v="985" actId="255"/>
        <pc:sldMkLst>
          <pc:docMk/>
          <pc:sldMk cId="0" sldId="273"/>
        </pc:sldMkLst>
        <pc:spChg chg="mod">
          <ac:chgData name="지연 위" userId="3afbba209ae90fae" providerId="LiveId" clId="{4F5C24C1-ADEA-4F23-8598-EDF5FE3CE041}" dt="2026-05-03T13:38:01.004" v="980" actId="207"/>
          <ac:spMkLst>
            <pc:docMk/>
            <pc:sldMk cId="0" sldId="273"/>
            <ac:spMk id="2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8:10.069" v="982" actId="208"/>
          <ac:spMkLst>
            <pc:docMk/>
            <pc:sldMk cId="0" sldId="273"/>
            <ac:spMk id="3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8:14.674" v="983" actId="207"/>
          <ac:spMkLst>
            <pc:docMk/>
            <pc:sldMk cId="0" sldId="273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8:24.244" v="985" actId="255"/>
          <ac:spMkLst>
            <pc:docMk/>
            <pc:sldMk cId="0" sldId="273"/>
            <ac:spMk id="5" creationId="{00000000-0000-0000-0000-000000000000}"/>
          </ac:spMkLst>
        </pc:spChg>
        <pc:spChg chg="mod">
          <ac:chgData name="지연 위" userId="3afbba209ae90fae" providerId="LiveId" clId="{4F5C24C1-ADEA-4F23-8598-EDF5FE3CE041}" dt="2026-05-03T13:38:19.437" v="984" actId="207"/>
          <ac:spMkLst>
            <pc:docMk/>
            <pc:sldMk cId="0" sldId="273"/>
            <ac:spMk id="6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8:03:55.981" v="1882" actId="255"/>
        <pc:sldMkLst>
          <pc:docMk/>
          <pc:sldMk cId="0" sldId="274"/>
        </pc:sldMkLst>
        <pc:spChg chg="mod">
          <ac:chgData name="지연 위" userId="3afbba209ae90fae" providerId="LiveId" clId="{4F5C24C1-ADEA-4F23-8598-EDF5FE3CE041}" dt="2026-05-04T08:03:55.981" v="1882" actId="255"/>
          <ac:spMkLst>
            <pc:docMk/>
            <pc:sldMk cId="0" sldId="274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3:43.443" v="1456" actId="208"/>
          <ac:spMkLst>
            <pc:docMk/>
            <pc:sldMk cId="0" sldId="274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4:28.795" v="1464" actId="255"/>
          <ac:spMkLst>
            <pc:docMk/>
            <pc:sldMk cId="0" sldId="274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7:45.503" v="1503" actId="20577"/>
          <ac:spMkLst>
            <pc:docMk/>
            <pc:sldMk cId="0" sldId="274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3:49.835" v="1458" actId="208"/>
          <ac:spMkLst>
            <pc:docMk/>
            <pc:sldMk cId="0" sldId="274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4:20.754" v="1463" actId="255"/>
          <ac:spMkLst>
            <pc:docMk/>
            <pc:sldMk cId="0" sldId="274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6:51.924" v="1488" actId="20577"/>
          <ac:spMkLst>
            <pc:docMk/>
            <pc:sldMk cId="0" sldId="274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3:55.068" v="1460" actId="208"/>
          <ac:spMkLst>
            <pc:docMk/>
            <pc:sldMk cId="0" sldId="274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4:37.235" v="1465" actId="255"/>
          <ac:spMkLst>
            <pc:docMk/>
            <pc:sldMk cId="0" sldId="274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6:55.730" v="1489" actId="20577"/>
          <ac:spMkLst>
            <pc:docMk/>
            <pc:sldMk cId="0" sldId="274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3:37.645" v="1454" actId="208"/>
          <ac:spMkLst>
            <pc:docMk/>
            <pc:sldMk cId="0" sldId="274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4:46.496" v="1466" actId="255"/>
          <ac:spMkLst>
            <pc:docMk/>
            <pc:sldMk cId="0" sldId="274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7:18.708" v="1494" actId="20577"/>
          <ac:spMkLst>
            <pc:docMk/>
            <pc:sldMk cId="0" sldId="274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3:30.175" v="1452" actId="207"/>
          <ac:spMkLst>
            <pc:docMk/>
            <pc:sldMk cId="0" sldId="274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4:53.515" v="1468" actId="255"/>
          <ac:spMkLst>
            <pc:docMk/>
            <pc:sldMk cId="0" sldId="274"/>
            <ac:spMk id="2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47:34.392" v="1499" actId="20577"/>
          <ac:spMkLst>
            <pc:docMk/>
            <pc:sldMk cId="0" sldId="274"/>
            <ac:spMk id="25" creationId="{00000000-0000-0000-0000-000000000000}"/>
          </ac:spMkLst>
        </pc:spChg>
      </pc:sldChg>
      <pc:sldChg chg="modSp mod">
        <pc:chgData name="지연 위" userId="3afbba209ae90fae" providerId="LiveId" clId="{4F5C24C1-ADEA-4F23-8598-EDF5FE3CE041}" dt="2026-05-04T08:04:00.234" v="1883" actId="255"/>
        <pc:sldMkLst>
          <pc:docMk/>
          <pc:sldMk cId="0" sldId="275"/>
        </pc:sldMkLst>
        <pc:spChg chg="mod">
          <ac:chgData name="지연 위" userId="3afbba209ae90fae" providerId="LiveId" clId="{4F5C24C1-ADEA-4F23-8598-EDF5FE3CE041}" dt="2026-05-04T08:04:00.234" v="1883" actId="255"/>
          <ac:spMkLst>
            <pc:docMk/>
            <pc:sldMk cId="0" sldId="275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0:35.234" v="1512" actId="255"/>
          <ac:spMkLst>
            <pc:docMk/>
            <pc:sldMk cId="0" sldId="275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1:22.261" v="1519" actId="255"/>
          <ac:spMkLst>
            <pc:docMk/>
            <pc:sldMk cId="0" sldId="275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0:47.088" v="1513" actId="255"/>
          <ac:spMkLst>
            <pc:docMk/>
            <pc:sldMk cId="0" sldId="275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3:52.544" v="1548" actId="14100"/>
          <ac:spMkLst>
            <pc:docMk/>
            <pc:sldMk cId="0" sldId="275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2:56.770" v="1544" actId="14100"/>
          <ac:spMkLst>
            <pc:docMk/>
            <pc:sldMk cId="0" sldId="275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0:55.604" v="1515" actId="14100"/>
          <ac:spMkLst>
            <pc:docMk/>
            <pc:sldMk cId="0" sldId="275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4:09.914" v="1550" actId="107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0:59.555" v="1516" actId="255"/>
          <ac:spMkLst>
            <pc:docMk/>
            <pc:sldMk cId="0" sldId="275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1:53.341" v="1529" actId="14100"/>
          <ac:spMkLst>
            <pc:docMk/>
            <pc:sldMk cId="0" sldId="275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5:21.552" v="1563" actId="1076"/>
          <ac:spMkLst>
            <pc:docMk/>
            <pc:sldMk cId="0" sldId="275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4:58.599" v="1557" actId="255"/>
          <ac:spMkLst>
            <pc:docMk/>
            <pc:sldMk cId="0" sldId="275"/>
            <ac:spMk id="24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5:01.968" v="1558" actId="255"/>
          <ac:spMkLst>
            <pc:docMk/>
            <pc:sldMk cId="0" sldId="275"/>
            <ac:spMk id="2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10.812" v="1564" actId="255"/>
          <ac:spMkLst>
            <pc:docMk/>
            <pc:sldMk cId="0" sldId="275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10.812" v="1564" actId="255"/>
          <ac:spMkLst>
            <pc:docMk/>
            <pc:sldMk cId="0" sldId="275"/>
            <ac:spMk id="28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10.812" v="1564" actId="255"/>
          <ac:spMkLst>
            <pc:docMk/>
            <pc:sldMk cId="0" sldId="275"/>
            <ac:spMk id="2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5:05.229" v="1559" actId="255"/>
          <ac:spMkLst>
            <pc:docMk/>
            <pc:sldMk cId="0" sldId="275"/>
            <ac:spMk id="31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17.568" v="1565" actId="255"/>
          <ac:spMkLst>
            <pc:docMk/>
            <pc:sldMk cId="0" sldId="275"/>
            <ac:spMk id="32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17.568" v="1565" actId="255"/>
          <ac:spMkLst>
            <pc:docMk/>
            <pc:sldMk cId="0" sldId="275"/>
            <ac:spMk id="33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5:08.692" v="1560" actId="255"/>
          <ac:spMkLst>
            <pc:docMk/>
            <pc:sldMk cId="0" sldId="275"/>
            <ac:spMk id="35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24.295" v="1566" actId="255"/>
          <ac:spMkLst>
            <pc:docMk/>
            <pc:sldMk cId="0" sldId="275"/>
            <ac:spMk id="36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34.489" v="1572" actId="20577"/>
          <ac:spMkLst>
            <pc:docMk/>
            <pc:sldMk cId="0" sldId="275"/>
            <ac:spMk id="37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5:16.415" v="1561" actId="255"/>
          <ac:spMkLst>
            <pc:docMk/>
            <pc:sldMk cId="0" sldId="275"/>
            <ac:spMk id="39" creationId="{00000000-0000-0000-0000-000000000000}"/>
          </ac:spMkLst>
        </pc:spChg>
        <pc:spChg chg="mod">
          <ac:chgData name="지연 위" userId="3afbba209ae90fae" providerId="LiveId" clId="{4F5C24C1-ADEA-4F23-8598-EDF5FE3CE041}" dt="2026-05-03T14:56:30.578" v="1567" actId="255"/>
          <ac:spMkLst>
            <pc:docMk/>
            <pc:sldMk cId="0" sldId="275"/>
            <ac:spMk id="40" creationId="{00000000-0000-0000-0000-000000000000}"/>
          </ac:spMkLst>
        </pc:spChg>
      </pc:sldChg>
      <pc:sldChg chg="addSp delSp modSp mod">
        <pc:chgData name="지연 위" userId="3afbba209ae90fae" providerId="LiveId" clId="{4F5C24C1-ADEA-4F23-8598-EDF5FE3CE041}" dt="2026-05-03T15:09:06.100" v="1813" actId="1076"/>
        <pc:sldMkLst>
          <pc:docMk/>
          <pc:sldMk cId="0" sldId="276"/>
        </pc:sldMkLst>
        <pc:spChg chg="mod">
          <ac:chgData name="지연 위" userId="3afbba209ae90fae" providerId="LiveId" clId="{4F5C24C1-ADEA-4F23-8598-EDF5FE3CE041}" dt="2026-05-03T15:08:58.048" v="1811" actId="164"/>
          <ac:spMkLst>
            <pc:docMk/>
            <pc:sldMk cId="0" sldId="276"/>
            <ac:spMk id="2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8:58.048" v="1811" actId="164"/>
          <ac:spMkLst>
            <pc:docMk/>
            <pc:sldMk cId="0" sldId="276"/>
            <ac:spMk id="3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8:58.048" v="1811" actId="164"/>
          <ac:spMkLst>
            <pc:docMk/>
            <pc:sldMk cId="0" sldId="276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3T15:09:06.100" v="1813" actId="1076"/>
          <ac:spMkLst>
            <pc:docMk/>
            <pc:sldMk cId="0" sldId="276"/>
            <ac:spMk id="21" creationId="{00000000-0000-0000-0000-000000000000}"/>
          </ac:spMkLst>
        </pc:spChg>
        <pc:grpChg chg="add mod">
          <ac:chgData name="지연 위" userId="3afbba209ae90fae" providerId="LiveId" clId="{4F5C24C1-ADEA-4F23-8598-EDF5FE3CE041}" dt="2026-05-03T15:09:01.239" v="1812" actId="1076"/>
          <ac:grpSpMkLst>
            <pc:docMk/>
            <pc:sldMk cId="0" sldId="276"/>
            <ac:grpSpMk id="22" creationId="{DD79A7C8-D8B7-C124-4BE7-1010BDE27892}"/>
          </ac:grpSpMkLst>
        </pc:grpChg>
      </pc:sldChg>
      <pc:sldChg chg="addSp delSp modSp add mod">
        <pc:chgData name="지연 위" userId="3afbba209ae90fae" providerId="LiveId" clId="{4F5C24C1-ADEA-4F23-8598-EDF5FE3CE041}" dt="2026-05-04T08:04:05.383" v="1884" actId="255"/>
        <pc:sldMkLst>
          <pc:docMk/>
          <pc:sldMk cId="2994023639" sldId="277"/>
        </pc:sldMkLst>
        <pc:spChg chg="mod">
          <ac:chgData name="지연 위" userId="3afbba209ae90fae" providerId="LiveId" clId="{4F5C24C1-ADEA-4F23-8598-EDF5FE3CE041}" dt="2026-05-04T08:04:05.383" v="1884" actId="255"/>
          <ac:spMkLst>
            <pc:docMk/>
            <pc:sldMk cId="2994023639" sldId="277"/>
            <ac:spMk id="4" creationId="{2B6EC6E6-555E-9062-9C67-D599D0CB181A}"/>
          </ac:spMkLst>
        </pc:spChg>
        <pc:spChg chg="mod">
          <ac:chgData name="지연 위" userId="3afbba209ae90fae" providerId="LiveId" clId="{4F5C24C1-ADEA-4F23-8598-EDF5FE3CE041}" dt="2026-05-03T14:58:21.696" v="1585"/>
          <ac:spMkLst>
            <pc:docMk/>
            <pc:sldMk cId="2994023639" sldId="277"/>
            <ac:spMk id="41" creationId="{430012C6-DFEA-3B86-08B2-BB2F40C277B8}"/>
          </ac:spMkLst>
        </pc:spChg>
        <pc:picChg chg="add mod">
          <ac:chgData name="지연 위" userId="3afbba209ae90fae" providerId="LiveId" clId="{4F5C24C1-ADEA-4F23-8598-EDF5FE3CE041}" dt="2026-05-03T14:57:22.184" v="1582" actId="1076"/>
          <ac:picMkLst>
            <pc:docMk/>
            <pc:sldMk cId="2994023639" sldId="277"/>
            <ac:picMk id="42" creationId="{9A047B29-BC69-2280-D320-A9777B70CB33}"/>
          </ac:picMkLst>
        </pc:picChg>
      </pc:sldChg>
      <pc:sldChg chg="modSp mod">
        <pc:chgData name="지연 위" userId="3afbba209ae90fae" providerId="LiveId" clId="{4F5C24C1-ADEA-4F23-8598-EDF5FE3CE041}" dt="2026-05-04T09:56:58.394" v="5673" actId="20577"/>
        <pc:sldMkLst>
          <pc:docMk/>
          <pc:sldMk cId="0" sldId="282"/>
        </pc:sldMkLst>
        <pc:spChg chg="mod">
          <ac:chgData name="지연 위" userId="3afbba209ae90fae" providerId="LiveId" clId="{4F5C24C1-ADEA-4F23-8598-EDF5FE3CE041}" dt="2026-05-04T08:03:50.564" v="1881" actId="255"/>
          <ac:spMkLst>
            <pc:docMk/>
            <pc:sldMk cId="0" sldId="282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24.811" v="5319" actId="1076"/>
          <ac:spMkLst>
            <pc:docMk/>
            <pc:sldMk cId="0" sldId="282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18.543" v="5317" actId="14100"/>
          <ac:spMkLst>
            <pc:docMk/>
            <pc:sldMk cId="0" sldId="282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4T09:56:58.394" v="5673" actId="20577"/>
          <ac:spMkLst>
            <pc:docMk/>
            <pc:sldMk cId="0" sldId="282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30.423" v="5320" actId="1076"/>
          <ac:spMkLst>
            <pc:docMk/>
            <pc:sldMk cId="0" sldId="282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51.592" v="5324" actId="1076"/>
          <ac:spMkLst>
            <pc:docMk/>
            <pc:sldMk cId="0" sldId="282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51.592" v="5324" actId="1076"/>
          <ac:spMkLst>
            <pc:docMk/>
            <pc:sldMk cId="0" sldId="282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51.592" v="5324" actId="1076"/>
          <ac:spMkLst>
            <pc:docMk/>
            <pc:sldMk cId="0" sldId="282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4:51.592" v="5324" actId="1076"/>
          <ac:spMkLst>
            <pc:docMk/>
            <pc:sldMk cId="0" sldId="282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4T09:45:22.584" v="5331" actId="14100"/>
          <ac:spMkLst>
            <pc:docMk/>
            <pc:sldMk cId="0" sldId="282"/>
            <ac:spMk id="18" creationId="{00000000-0000-0000-0000-000000000000}"/>
          </ac:spMkLst>
        </pc:spChg>
        <pc:spChg chg="mod">
          <ac:chgData name="지연 위" userId="3afbba209ae90fae" providerId="LiveId" clId="{4F5C24C1-ADEA-4F23-8598-EDF5FE3CE041}" dt="2026-05-04T09:54:59.854" v="5663" actId="20577"/>
          <ac:spMkLst>
            <pc:docMk/>
            <pc:sldMk cId="0" sldId="282"/>
            <ac:spMk id="19" creationId="{00000000-0000-0000-0000-000000000000}"/>
          </ac:spMkLst>
        </pc:spChg>
      </pc:sldChg>
      <pc:sldChg chg="addSp delSp modSp add mod">
        <pc:chgData name="지연 위" userId="3afbba209ae90fae" providerId="LiveId" clId="{4F5C24C1-ADEA-4F23-8598-EDF5FE3CE041}" dt="2026-05-06T06:59:51.456" v="5677" actId="1076"/>
        <pc:sldMkLst>
          <pc:docMk/>
          <pc:sldMk cId="0" sldId="283"/>
        </pc:sldMkLst>
        <pc:spChg chg="mod">
          <ac:chgData name="지연 위" userId="3afbba209ae90fae" providerId="LiveId" clId="{4F5C24C1-ADEA-4F23-8598-EDF5FE3CE041}" dt="2026-05-04T09:14:14.281" v="4357" actId="20577"/>
          <ac:spMkLst>
            <pc:docMk/>
            <pc:sldMk cId="0" sldId="283"/>
            <ac:spMk id="4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3:55.917" v="3665" actId="1076"/>
          <ac:spMkLst>
            <pc:docMk/>
            <pc:sldMk cId="0" sldId="283"/>
            <ac:spMk id="6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5:44.643" v="3684" actId="207"/>
          <ac:spMkLst>
            <pc:docMk/>
            <pc:sldMk cId="0" sldId="283"/>
            <ac:spMk id="7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37.562" v="2221" actId="1076"/>
          <ac:spMkLst>
            <pc:docMk/>
            <pc:sldMk cId="0" sldId="283"/>
            <ac:spMk id="8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45.801" v="2222" actId="1076"/>
          <ac:spMkLst>
            <pc:docMk/>
            <pc:sldMk cId="0" sldId="283"/>
            <ac:spMk id="9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18.108" v="2218" actId="14100"/>
          <ac:spMkLst>
            <pc:docMk/>
            <pc:sldMk cId="0" sldId="283"/>
            <ac:spMk id="10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5:49.565" v="3686" actId="20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37.562" v="2221" actId="1076"/>
          <ac:spMkLst>
            <pc:docMk/>
            <pc:sldMk cId="0" sldId="283"/>
            <ac:spMk id="12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45.801" v="2222" actId="1076"/>
          <ac:spMkLst>
            <pc:docMk/>
            <pc:sldMk cId="0" sldId="283"/>
            <ac:spMk id="13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29.612" v="2220" actId="1076"/>
          <ac:spMkLst>
            <pc:docMk/>
            <pc:sldMk cId="0" sldId="283"/>
            <ac:spMk id="14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5:58.906" v="3689" actId="207"/>
          <ac:spMkLst>
            <pc:docMk/>
            <pc:sldMk cId="0" sldId="283"/>
            <ac:spMk id="15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37.562" v="2221" actId="1076"/>
          <ac:spMkLst>
            <pc:docMk/>
            <pc:sldMk cId="0" sldId="283"/>
            <ac:spMk id="16" creationId="{00000000-0000-0000-0000-000000000000}"/>
          </ac:spMkLst>
        </pc:spChg>
        <pc:spChg chg="mod">
          <ac:chgData name="지연 위" userId="3afbba209ae90fae" providerId="LiveId" clId="{4F5C24C1-ADEA-4F23-8598-EDF5FE3CE041}" dt="2026-05-04T08:19:45.801" v="2222" actId="1076"/>
          <ac:spMkLst>
            <pc:docMk/>
            <pc:sldMk cId="0" sldId="283"/>
            <ac:spMk id="17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5:47.525" v="3685" actId="207"/>
          <ac:spMkLst>
            <pc:docMk/>
            <pc:sldMk cId="0" sldId="283"/>
            <ac:spMk id="19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40.028" v="2241" actId="20577"/>
          <ac:spMkLst>
            <pc:docMk/>
            <pc:sldMk cId="0" sldId="283"/>
            <ac:spMk id="20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33.086" v="2240" actId="1076"/>
          <ac:spMkLst>
            <pc:docMk/>
            <pc:sldMk cId="0" sldId="283"/>
            <ac:spMk id="21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08.047" v="2237" actId="1076"/>
          <ac:spMkLst>
            <pc:docMk/>
            <pc:sldMk cId="0" sldId="283"/>
            <ac:spMk id="22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5:54.288" v="3687" actId="207"/>
          <ac:spMkLst>
            <pc:docMk/>
            <pc:sldMk cId="0" sldId="283"/>
            <ac:spMk id="23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44.059" v="2242" actId="20577"/>
          <ac:spMkLst>
            <pc:docMk/>
            <pc:sldMk cId="0" sldId="283"/>
            <ac:spMk id="24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33.086" v="2240" actId="1076"/>
          <ac:spMkLst>
            <pc:docMk/>
            <pc:sldMk cId="0" sldId="283"/>
            <ac:spMk id="25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08.047" v="2237" actId="1076"/>
          <ac:spMkLst>
            <pc:docMk/>
            <pc:sldMk cId="0" sldId="283"/>
            <ac:spMk id="26" creationId="{00000000-0000-0000-0000-000000000000}"/>
          </ac:spMkLst>
        </pc:spChg>
        <pc:spChg chg="mod">
          <ac:chgData name="지연 위" userId="3afbba209ae90fae" providerId="LiveId" clId="{4F5C24C1-ADEA-4F23-8598-EDF5FE3CE041}" dt="2026-05-04T08:55:56.401" v="3688" actId="207"/>
          <ac:spMkLst>
            <pc:docMk/>
            <pc:sldMk cId="0" sldId="283"/>
            <ac:spMk id="27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46.969" v="2243" actId="20577"/>
          <ac:spMkLst>
            <pc:docMk/>
            <pc:sldMk cId="0" sldId="283"/>
            <ac:spMk id="28" creationId="{00000000-0000-0000-0000-000000000000}"/>
          </ac:spMkLst>
        </pc:spChg>
        <pc:spChg chg="mod">
          <ac:chgData name="지연 위" userId="3afbba209ae90fae" providerId="LiveId" clId="{4F5C24C1-ADEA-4F23-8598-EDF5FE3CE041}" dt="2026-05-04T08:21:33.086" v="2240" actId="1076"/>
          <ac:spMkLst>
            <pc:docMk/>
            <pc:sldMk cId="0" sldId="283"/>
            <ac:spMk id="29" creationId="{00000000-0000-0000-0000-000000000000}"/>
          </ac:spMkLst>
        </pc:spChg>
        <pc:spChg chg="add mod">
          <ac:chgData name="지연 위" userId="3afbba209ae90fae" providerId="LiveId" clId="{4F5C24C1-ADEA-4F23-8598-EDF5FE3CE041}" dt="2026-05-06T06:59:51.456" v="5677" actId="1076"/>
          <ac:spMkLst>
            <pc:docMk/>
            <pc:sldMk cId="0" sldId="283"/>
            <ac:spMk id="34" creationId="{8542186F-A4CF-E498-6D1A-B7ECDFBD0F6C}"/>
          </ac:spMkLst>
        </pc:spChg>
        <pc:spChg chg="add mod">
          <ac:chgData name="지연 위" userId="3afbba209ae90fae" providerId="LiveId" clId="{4F5C24C1-ADEA-4F23-8598-EDF5FE3CE041}" dt="2026-05-04T09:25:25.450" v="4711" actId="20577"/>
          <ac:spMkLst>
            <pc:docMk/>
            <pc:sldMk cId="0" sldId="283"/>
            <ac:spMk id="35" creationId="{E3B1DA02-4DE3-213D-C9D6-C056B916E950}"/>
          </ac:spMkLst>
        </pc:spChg>
        <pc:spChg chg="add mod">
          <ac:chgData name="지연 위" userId="3afbba209ae90fae" providerId="LiveId" clId="{4F5C24C1-ADEA-4F23-8598-EDF5FE3CE041}" dt="2026-05-04T09:56:24.469" v="5668" actId="207"/>
          <ac:spMkLst>
            <pc:docMk/>
            <pc:sldMk cId="0" sldId="283"/>
            <ac:spMk id="36" creationId="{30DADC4F-37A0-39C4-B4B3-88AAEAA28834}"/>
          </ac:spMkLst>
        </pc:spChg>
        <pc:spChg chg="add mod">
          <ac:chgData name="지연 위" userId="3afbba209ae90fae" providerId="LiveId" clId="{4F5C24C1-ADEA-4F23-8598-EDF5FE3CE041}" dt="2026-05-04T08:33:11.721" v="2451" actId="1076"/>
          <ac:spMkLst>
            <pc:docMk/>
            <pc:sldMk cId="0" sldId="283"/>
            <ac:spMk id="39" creationId="{6742D2AC-1A0C-BF20-7C6E-151EAA1448FC}"/>
          </ac:spMkLst>
        </pc:spChg>
      </pc:sldChg>
      <pc:sldChg chg="addSp delSp modSp add mod">
        <pc:chgData name="지연 위" userId="3afbba209ae90fae" providerId="LiveId" clId="{4F5C24C1-ADEA-4F23-8598-EDF5FE3CE041}" dt="2026-05-06T07:06:59.854" v="5678" actId="20577"/>
        <pc:sldMkLst>
          <pc:docMk/>
          <pc:sldMk cId="2700173150" sldId="285"/>
        </pc:sldMkLst>
        <pc:spChg chg="mod">
          <ac:chgData name="지연 위" userId="3afbba209ae90fae" providerId="LiveId" clId="{4F5C24C1-ADEA-4F23-8598-EDF5FE3CE041}" dt="2026-05-04T09:14:39.879" v="4374" actId="207"/>
          <ac:spMkLst>
            <pc:docMk/>
            <pc:sldMk cId="2700173150" sldId="285"/>
            <ac:spMk id="4" creationId="{DD3F508B-95BA-1DAE-166C-E9A7F8D84537}"/>
          </ac:spMkLst>
        </pc:spChg>
        <pc:spChg chg="mod">
          <ac:chgData name="지연 위" userId="3afbba209ae90fae" providerId="LiveId" clId="{4F5C24C1-ADEA-4F23-8598-EDF5FE3CE041}" dt="2026-05-04T08:56:50.966" v="3725" actId="20577"/>
          <ac:spMkLst>
            <pc:docMk/>
            <pc:sldMk cId="2700173150" sldId="285"/>
            <ac:spMk id="7" creationId="{633FCADC-AEA2-4FBB-5162-F8461C9B65D6}"/>
          </ac:spMkLst>
        </pc:spChg>
        <pc:spChg chg="mod">
          <ac:chgData name="지연 위" userId="3afbba209ae90fae" providerId="LiveId" clId="{4F5C24C1-ADEA-4F23-8598-EDF5FE3CE041}" dt="2026-05-04T08:35:23.806" v="2504" actId="20577"/>
          <ac:spMkLst>
            <pc:docMk/>
            <pc:sldMk cId="2700173150" sldId="285"/>
            <ac:spMk id="8" creationId="{8B41D6EB-0755-EFFC-22E0-A645A298A141}"/>
          </ac:spMkLst>
        </pc:spChg>
        <pc:spChg chg="mod">
          <ac:chgData name="지연 위" userId="3afbba209ae90fae" providerId="LiveId" clId="{4F5C24C1-ADEA-4F23-8598-EDF5FE3CE041}" dt="2026-05-04T08:37:16.528" v="2526" actId="20577"/>
          <ac:spMkLst>
            <pc:docMk/>
            <pc:sldMk cId="2700173150" sldId="285"/>
            <ac:spMk id="9" creationId="{D3A75BB4-E7B0-13DB-11F8-2C64345EBAE5}"/>
          </ac:spMkLst>
        </pc:spChg>
        <pc:spChg chg="mod">
          <ac:chgData name="지연 위" userId="3afbba209ae90fae" providerId="LiveId" clId="{4F5C24C1-ADEA-4F23-8598-EDF5FE3CE041}" dt="2026-05-04T08:56:04.895" v="3691" actId="207"/>
          <ac:spMkLst>
            <pc:docMk/>
            <pc:sldMk cId="2700173150" sldId="285"/>
            <ac:spMk id="11" creationId="{7803D5AE-A095-BA08-DD90-C80782574FCB}"/>
          </ac:spMkLst>
        </pc:spChg>
        <pc:spChg chg="mod">
          <ac:chgData name="지연 위" userId="3afbba209ae90fae" providerId="LiveId" clId="{4F5C24C1-ADEA-4F23-8598-EDF5FE3CE041}" dt="2026-05-04T08:37:42.623" v="2548" actId="20577"/>
          <ac:spMkLst>
            <pc:docMk/>
            <pc:sldMk cId="2700173150" sldId="285"/>
            <ac:spMk id="12" creationId="{CA80542D-ACCA-E7D9-4212-388D6B974814}"/>
          </ac:spMkLst>
        </pc:spChg>
        <pc:spChg chg="mod">
          <ac:chgData name="지연 위" userId="3afbba209ae90fae" providerId="LiveId" clId="{4F5C24C1-ADEA-4F23-8598-EDF5FE3CE041}" dt="2026-05-04T08:38:06.483" v="2569" actId="20577"/>
          <ac:spMkLst>
            <pc:docMk/>
            <pc:sldMk cId="2700173150" sldId="285"/>
            <ac:spMk id="13" creationId="{95729E5C-924E-CD35-034E-21156B7C7C19}"/>
          </ac:spMkLst>
        </pc:spChg>
        <pc:spChg chg="mod">
          <ac:chgData name="지연 위" userId="3afbba209ae90fae" providerId="LiveId" clId="{4F5C24C1-ADEA-4F23-8598-EDF5FE3CE041}" dt="2026-05-04T08:56:07.183" v="3692" actId="207"/>
          <ac:spMkLst>
            <pc:docMk/>
            <pc:sldMk cId="2700173150" sldId="285"/>
            <ac:spMk id="15" creationId="{D3918361-7943-3F5E-613E-B0B01CC1352C}"/>
          </ac:spMkLst>
        </pc:spChg>
        <pc:spChg chg="mod">
          <ac:chgData name="지연 위" userId="3afbba209ae90fae" providerId="LiveId" clId="{4F5C24C1-ADEA-4F23-8598-EDF5FE3CE041}" dt="2026-05-04T08:38:38.500" v="2616" actId="113"/>
          <ac:spMkLst>
            <pc:docMk/>
            <pc:sldMk cId="2700173150" sldId="285"/>
            <ac:spMk id="16" creationId="{EC1CB27C-5D8B-FF5E-21A0-66EFF98931BD}"/>
          </ac:spMkLst>
        </pc:spChg>
        <pc:spChg chg="mod">
          <ac:chgData name="지연 위" userId="3afbba209ae90fae" providerId="LiveId" clId="{4F5C24C1-ADEA-4F23-8598-EDF5FE3CE041}" dt="2026-05-04T09:18:12.804" v="4485"/>
          <ac:spMkLst>
            <pc:docMk/>
            <pc:sldMk cId="2700173150" sldId="285"/>
            <ac:spMk id="17" creationId="{C2BA1B70-0E7D-296A-E790-F29C246F9DB6}"/>
          </ac:spMkLst>
        </pc:spChg>
        <pc:spChg chg="mod">
          <ac:chgData name="지연 위" userId="3afbba209ae90fae" providerId="LiveId" clId="{4F5C24C1-ADEA-4F23-8598-EDF5FE3CE041}" dt="2026-05-04T08:55:38.560" v="3683" actId="207"/>
          <ac:spMkLst>
            <pc:docMk/>
            <pc:sldMk cId="2700173150" sldId="285"/>
            <ac:spMk id="19" creationId="{2FCD5740-2C20-9757-3A63-E2133572C50E}"/>
          </ac:spMkLst>
        </pc:spChg>
        <pc:spChg chg="mod">
          <ac:chgData name="지연 위" userId="3afbba209ae90fae" providerId="LiveId" clId="{4F5C24C1-ADEA-4F23-8598-EDF5FE3CE041}" dt="2026-05-04T08:39:55" v="2763" actId="20577"/>
          <ac:spMkLst>
            <pc:docMk/>
            <pc:sldMk cId="2700173150" sldId="285"/>
            <ac:spMk id="20" creationId="{394D93E6-0ECC-0C02-B32C-2DA593CDBE55}"/>
          </ac:spMkLst>
        </pc:spChg>
        <pc:spChg chg="mod">
          <ac:chgData name="지연 위" userId="3afbba209ae90fae" providerId="LiveId" clId="{4F5C24C1-ADEA-4F23-8598-EDF5FE3CE041}" dt="2026-05-04T08:41:15.969" v="2882" actId="20577"/>
          <ac:spMkLst>
            <pc:docMk/>
            <pc:sldMk cId="2700173150" sldId="285"/>
            <ac:spMk id="21" creationId="{AE68724E-1881-E556-7825-1A8269D20E51}"/>
          </ac:spMkLst>
        </pc:spChg>
        <pc:spChg chg="mod">
          <ac:chgData name="지연 위" userId="3afbba209ae90fae" providerId="LiveId" clId="{4F5C24C1-ADEA-4F23-8598-EDF5FE3CE041}" dt="2026-05-04T08:40:42.788" v="2826" actId="20577"/>
          <ac:spMkLst>
            <pc:docMk/>
            <pc:sldMk cId="2700173150" sldId="285"/>
            <ac:spMk id="23" creationId="{83BD52FA-1196-2096-8479-F36A6916D243}"/>
          </ac:spMkLst>
        </pc:spChg>
        <pc:spChg chg="mod">
          <ac:chgData name="지연 위" userId="3afbba209ae90fae" providerId="LiveId" clId="{4F5C24C1-ADEA-4F23-8598-EDF5FE3CE041}" dt="2026-05-04T08:41:54.211" v="2919"/>
          <ac:spMkLst>
            <pc:docMk/>
            <pc:sldMk cId="2700173150" sldId="285"/>
            <ac:spMk id="24" creationId="{97555F37-8184-FC44-B092-8A52C29F5325}"/>
          </ac:spMkLst>
        </pc:spChg>
        <pc:spChg chg="mod">
          <ac:chgData name="지연 위" userId="3afbba209ae90fae" providerId="LiveId" clId="{4F5C24C1-ADEA-4F23-8598-EDF5FE3CE041}" dt="2026-05-04T08:41:45.626" v="2906" actId="20577"/>
          <ac:spMkLst>
            <pc:docMk/>
            <pc:sldMk cId="2700173150" sldId="285"/>
            <ac:spMk id="25" creationId="{0A0C62FD-0C43-6189-5DE0-2E5188700691}"/>
          </ac:spMkLst>
        </pc:spChg>
        <pc:spChg chg="mod">
          <ac:chgData name="지연 위" userId="3afbba209ae90fae" providerId="LiveId" clId="{4F5C24C1-ADEA-4F23-8598-EDF5FE3CE041}" dt="2026-05-04T08:56:09.628" v="3693" actId="207"/>
          <ac:spMkLst>
            <pc:docMk/>
            <pc:sldMk cId="2700173150" sldId="285"/>
            <ac:spMk id="27" creationId="{9D841F0C-3564-EC07-06C3-786796C6AD37}"/>
          </ac:spMkLst>
        </pc:spChg>
        <pc:spChg chg="mod">
          <ac:chgData name="지연 위" userId="3afbba209ae90fae" providerId="LiveId" clId="{4F5C24C1-ADEA-4F23-8598-EDF5FE3CE041}" dt="2026-05-04T08:42:25.773" v="2970" actId="20577"/>
          <ac:spMkLst>
            <pc:docMk/>
            <pc:sldMk cId="2700173150" sldId="285"/>
            <ac:spMk id="28" creationId="{A4A4EB37-E53E-AEC7-643D-C5B1408CF3C7}"/>
          </ac:spMkLst>
        </pc:spChg>
        <pc:spChg chg="mod">
          <ac:chgData name="지연 위" userId="3afbba209ae90fae" providerId="LiveId" clId="{4F5C24C1-ADEA-4F23-8598-EDF5FE3CE041}" dt="2026-05-04T08:42:57.848" v="3017" actId="20577"/>
          <ac:spMkLst>
            <pc:docMk/>
            <pc:sldMk cId="2700173150" sldId="285"/>
            <ac:spMk id="29" creationId="{0B28CE1F-231D-7158-A51E-91C4641B0022}"/>
          </ac:spMkLst>
        </pc:spChg>
        <pc:spChg chg="mod">
          <ac:chgData name="지연 위" userId="3afbba209ae90fae" providerId="LiveId" clId="{4F5C24C1-ADEA-4F23-8598-EDF5FE3CE041}" dt="2026-05-04T09:25:22.890" v="4710" actId="20577"/>
          <ac:spMkLst>
            <pc:docMk/>
            <pc:sldMk cId="2700173150" sldId="285"/>
            <ac:spMk id="35" creationId="{491722BF-67CF-3684-9105-E4FB04807EBC}"/>
          </ac:spMkLst>
        </pc:spChg>
        <pc:spChg chg="mod">
          <ac:chgData name="지연 위" userId="3afbba209ae90fae" providerId="LiveId" clId="{4F5C24C1-ADEA-4F23-8598-EDF5FE3CE041}" dt="2026-05-06T07:06:59.854" v="5678" actId="20577"/>
          <ac:spMkLst>
            <pc:docMk/>
            <pc:sldMk cId="2700173150" sldId="285"/>
            <ac:spMk id="36" creationId="{00ADB743-B557-C26A-632C-43F551DDE376}"/>
          </ac:spMkLst>
        </pc:spChg>
        <pc:spChg chg="add mod">
          <ac:chgData name="지연 위" userId="3afbba209ae90fae" providerId="LiveId" clId="{4F5C24C1-ADEA-4F23-8598-EDF5FE3CE041}" dt="2026-05-04T09:03:32.363" v="4075" actId="20577"/>
          <ac:spMkLst>
            <pc:docMk/>
            <pc:sldMk cId="2700173150" sldId="285"/>
            <ac:spMk id="37" creationId="{73873436-95BA-5517-DC62-F7B1FC6EF864}"/>
          </ac:spMkLst>
        </pc:spChg>
        <pc:spChg chg="mod">
          <ac:chgData name="지연 위" userId="3afbba209ae90fae" providerId="LiveId" clId="{4F5C24C1-ADEA-4F23-8598-EDF5FE3CE041}" dt="2026-05-04T08:37:01.024" v="2524" actId="14100"/>
          <ac:spMkLst>
            <pc:docMk/>
            <pc:sldMk cId="2700173150" sldId="285"/>
            <ac:spMk id="39" creationId="{E349AC93-9B26-9B9A-4DDE-9BB680AE29E2}"/>
          </ac:spMkLst>
        </pc:spChg>
      </pc:sldChg>
      <pc:sldChg chg="addSp delSp modSp add mod">
        <pc:chgData name="지연 위" userId="3afbba209ae90fae" providerId="LiveId" clId="{4F5C24C1-ADEA-4F23-8598-EDF5FE3CE041}" dt="2026-05-04T09:56:33.418" v="5670" actId="207"/>
        <pc:sldMkLst>
          <pc:docMk/>
          <pc:sldMk cId="1003418672" sldId="286"/>
        </pc:sldMkLst>
        <pc:spChg chg="mod">
          <ac:chgData name="지연 위" userId="3afbba209ae90fae" providerId="LiveId" clId="{4F5C24C1-ADEA-4F23-8598-EDF5FE3CE041}" dt="2026-05-04T09:14:45.405" v="4375" actId="207"/>
          <ac:spMkLst>
            <pc:docMk/>
            <pc:sldMk cId="1003418672" sldId="286"/>
            <ac:spMk id="4" creationId="{1DB62C2A-79E6-6584-C490-FCE7B0E71FFC}"/>
          </ac:spMkLst>
        </pc:spChg>
        <pc:spChg chg="mod">
          <ac:chgData name="지연 위" userId="3afbba209ae90fae" providerId="LiveId" clId="{4F5C24C1-ADEA-4F23-8598-EDF5FE3CE041}" dt="2026-05-04T08:57:07.409" v="3746" actId="20577"/>
          <ac:spMkLst>
            <pc:docMk/>
            <pc:sldMk cId="1003418672" sldId="286"/>
            <ac:spMk id="7" creationId="{60208D05-A552-0D49-65D6-0F2240EBD15D}"/>
          </ac:spMkLst>
        </pc:spChg>
        <pc:spChg chg="mod">
          <ac:chgData name="지연 위" userId="3afbba209ae90fae" providerId="LiveId" clId="{4F5C24C1-ADEA-4F23-8598-EDF5FE3CE041}" dt="2026-05-04T08:57:13.801" v="3760" actId="20577"/>
          <ac:spMkLst>
            <pc:docMk/>
            <pc:sldMk cId="1003418672" sldId="286"/>
            <ac:spMk id="8" creationId="{74C8F933-0930-DAC6-D0F5-749B121BAA86}"/>
          </ac:spMkLst>
        </pc:spChg>
        <pc:spChg chg="mod">
          <ac:chgData name="지연 위" userId="3afbba209ae90fae" providerId="LiveId" clId="{4F5C24C1-ADEA-4F23-8598-EDF5FE3CE041}" dt="2026-05-04T08:58:10.304" v="3815" actId="20577"/>
          <ac:spMkLst>
            <pc:docMk/>
            <pc:sldMk cId="1003418672" sldId="286"/>
            <ac:spMk id="11" creationId="{B1D10198-25F1-8BD6-7C2B-D4CD5238C559}"/>
          </ac:spMkLst>
        </pc:spChg>
        <pc:spChg chg="mod">
          <ac:chgData name="지연 위" userId="3afbba209ae90fae" providerId="LiveId" clId="{4F5C24C1-ADEA-4F23-8598-EDF5FE3CE041}" dt="2026-05-04T08:53:02.417" v="3556" actId="20577"/>
          <ac:spMkLst>
            <pc:docMk/>
            <pc:sldMk cId="1003418672" sldId="286"/>
            <ac:spMk id="12" creationId="{FE47313B-F258-05D5-FBB1-8E09340A250F}"/>
          </ac:spMkLst>
        </pc:spChg>
        <pc:spChg chg="mod">
          <ac:chgData name="지연 위" userId="3afbba209ae90fae" providerId="LiveId" clId="{4F5C24C1-ADEA-4F23-8598-EDF5FE3CE041}" dt="2026-05-04T08:58:35.883" v="3856" actId="20577"/>
          <ac:spMkLst>
            <pc:docMk/>
            <pc:sldMk cId="1003418672" sldId="286"/>
            <ac:spMk id="13" creationId="{B2062E87-744B-0A9F-CEE2-7336FE20BDBC}"/>
          </ac:spMkLst>
        </pc:spChg>
        <pc:spChg chg="mod">
          <ac:chgData name="지연 위" userId="3afbba209ae90fae" providerId="LiveId" clId="{4F5C24C1-ADEA-4F23-8598-EDF5FE3CE041}" dt="2026-05-04T08:58:52.516" v="3879" actId="14100"/>
          <ac:spMkLst>
            <pc:docMk/>
            <pc:sldMk cId="1003418672" sldId="286"/>
            <ac:spMk id="15" creationId="{8215DAEB-3C7B-8413-6686-15C623838CE0}"/>
          </ac:spMkLst>
        </pc:spChg>
        <pc:spChg chg="mod">
          <ac:chgData name="지연 위" userId="3afbba209ae90fae" providerId="LiveId" clId="{4F5C24C1-ADEA-4F23-8598-EDF5FE3CE041}" dt="2026-05-04T08:53:08.742" v="3584" actId="20577"/>
          <ac:spMkLst>
            <pc:docMk/>
            <pc:sldMk cId="1003418672" sldId="286"/>
            <ac:spMk id="16" creationId="{41BDF060-1ED2-88C3-A924-08FC06B472B5}"/>
          </ac:spMkLst>
        </pc:spChg>
        <pc:spChg chg="mod">
          <ac:chgData name="지연 위" userId="3afbba209ae90fae" providerId="LiveId" clId="{4F5C24C1-ADEA-4F23-8598-EDF5FE3CE041}" dt="2026-05-04T09:02:05.713" v="3999"/>
          <ac:spMkLst>
            <pc:docMk/>
            <pc:sldMk cId="1003418672" sldId="286"/>
            <ac:spMk id="17" creationId="{6000B9CE-3F84-3E4D-FFF1-354F9209EAF7}"/>
          </ac:spMkLst>
        </pc:spChg>
        <pc:spChg chg="mod">
          <ac:chgData name="지연 위" userId="3afbba209ae90fae" providerId="LiveId" clId="{4F5C24C1-ADEA-4F23-8598-EDF5FE3CE041}" dt="2026-05-04T09:01:26.844" v="3957" actId="20577"/>
          <ac:spMkLst>
            <pc:docMk/>
            <pc:sldMk cId="1003418672" sldId="286"/>
            <ac:spMk id="19" creationId="{CB06A312-52A1-6674-AA3F-5489C9C703EB}"/>
          </ac:spMkLst>
        </pc:spChg>
        <pc:spChg chg="mod">
          <ac:chgData name="지연 위" userId="3afbba209ae90fae" providerId="LiveId" clId="{4F5C24C1-ADEA-4F23-8598-EDF5FE3CE041}" dt="2026-05-04T08:53:13.367" v="3602" actId="20577"/>
          <ac:spMkLst>
            <pc:docMk/>
            <pc:sldMk cId="1003418672" sldId="286"/>
            <ac:spMk id="20" creationId="{1A85E7D9-F13D-9B6F-EDA5-43EDADDA6F7A}"/>
          </ac:spMkLst>
        </pc:spChg>
        <pc:spChg chg="mod">
          <ac:chgData name="지연 위" userId="3afbba209ae90fae" providerId="LiveId" clId="{4F5C24C1-ADEA-4F23-8598-EDF5FE3CE041}" dt="2026-05-04T09:02:12.946" v="4000"/>
          <ac:spMkLst>
            <pc:docMk/>
            <pc:sldMk cId="1003418672" sldId="286"/>
            <ac:spMk id="21" creationId="{1BAA992C-2CEC-FE0F-BC74-8CEC593FF584}"/>
          </ac:spMkLst>
        </pc:spChg>
        <pc:spChg chg="mod">
          <ac:chgData name="지연 위" userId="3afbba209ae90fae" providerId="LiveId" clId="{4F5C24C1-ADEA-4F23-8598-EDF5FE3CE041}" dt="2026-05-04T09:02:37.353" v="4023" actId="20577"/>
          <ac:spMkLst>
            <pc:docMk/>
            <pc:sldMk cId="1003418672" sldId="286"/>
            <ac:spMk id="23" creationId="{5C89F8FE-6D53-296E-136E-1B41729D7297}"/>
          </ac:spMkLst>
        </pc:spChg>
        <pc:spChg chg="mod">
          <ac:chgData name="지연 위" userId="3afbba209ae90fae" providerId="LiveId" clId="{4F5C24C1-ADEA-4F23-8598-EDF5FE3CE041}" dt="2026-05-04T08:53:18.692" v="3621" actId="20577"/>
          <ac:spMkLst>
            <pc:docMk/>
            <pc:sldMk cId="1003418672" sldId="286"/>
            <ac:spMk id="24" creationId="{40EC9EF3-F2AE-EE49-1D0E-82A7C20739C3}"/>
          </ac:spMkLst>
        </pc:spChg>
        <pc:spChg chg="mod">
          <ac:chgData name="지연 위" userId="3afbba209ae90fae" providerId="LiveId" clId="{4F5C24C1-ADEA-4F23-8598-EDF5FE3CE041}" dt="2026-05-04T09:02:27.638" v="4003" actId="20577"/>
          <ac:spMkLst>
            <pc:docMk/>
            <pc:sldMk cId="1003418672" sldId="286"/>
            <ac:spMk id="25" creationId="{69687D99-B6D4-ED31-DE18-70BD3D634A72}"/>
          </ac:spMkLst>
        </pc:spChg>
        <pc:spChg chg="mod">
          <ac:chgData name="지연 위" userId="3afbba209ae90fae" providerId="LiveId" clId="{4F5C24C1-ADEA-4F23-8598-EDF5FE3CE041}" dt="2026-05-04T09:04:01.140" v="4087" actId="113"/>
          <ac:spMkLst>
            <pc:docMk/>
            <pc:sldMk cId="1003418672" sldId="286"/>
            <ac:spMk id="27" creationId="{BCAD4725-73F7-A17D-AB0E-70D1F0FFA109}"/>
          </ac:spMkLst>
        </pc:spChg>
        <pc:spChg chg="mod">
          <ac:chgData name="지연 위" userId="3afbba209ae90fae" providerId="LiveId" clId="{4F5C24C1-ADEA-4F23-8598-EDF5FE3CE041}" dt="2026-05-04T08:53:28.264" v="3661" actId="20577"/>
          <ac:spMkLst>
            <pc:docMk/>
            <pc:sldMk cId="1003418672" sldId="286"/>
            <ac:spMk id="28" creationId="{396C2B71-39DD-E6FF-86E4-EC165166F9AF}"/>
          </ac:spMkLst>
        </pc:spChg>
        <pc:spChg chg="mod">
          <ac:chgData name="지연 위" userId="3afbba209ae90fae" providerId="LiveId" clId="{4F5C24C1-ADEA-4F23-8598-EDF5FE3CE041}" dt="2026-05-04T09:02:54.277" v="4048" actId="20577"/>
          <ac:spMkLst>
            <pc:docMk/>
            <pc:sldMk cId="1003418672" sldId="286"/>
            <ac:spMk id="29" creationId="{16867C3E-D643-C122-510F-469F7D1CF5B5}"/>
          </ac:spMkLst>
        </pc:spChg>
        <pc:spChg chg="mod">
          <ac:chgData name="지연 위" userId="3afbba209ae90fae" providerId="LiveId" clId="{4F5C24C1-ADEA-4F23-8598-EDF5FE3CE041}" dt="2026-05-04T09:36:10.472" v="5118" actId="1076"/>
          <ac:spMkLst>
            <pc:docMk/>
            <pc:sldMk cId="1003418672" sldId="286"/>
            <ac:spMk id="34" creationId="{9BBD5F49-B2FF-4A4F-B391-8A206A28FB9B}"/>
          </ac:spMkLst>
        </pc:spChg>
        <pc:spChg chg="mod">
          <ac:chgData name="지연 위" userId="3afbba209ae90fae" providerId="LiveId" clId="{4F5C24C1-ADEA-4F23-8598-EDF5FE3CE041}" dt="2026-05-04T09:25:20.880" v="4709" actId="20577"/>
          <ac:spMkLst>
            <pc:docMk/>
            <pc:sldMk cId="1003418672" sldId="286"/>
            <ac:spMk id="35" creationId="{91CE07C5-6704-D509-AEEA-DC9BEF6EACD0}"/>
          </ac:spMkLst>
        </pc:spChg>
        <pc:spChg chg="mod">
          <ac:chgData name="지연 위" userId="3afbba209ae90fae" providerId="LiveId" clId="{4F5C24C1-ADEA-4F23-8598-EDF5FE3CE041}" dt="2026-05-04T09:56:33.418" v="5670" actId="207"/>
          <ac:spMkLst>
            <pc:docMk/>
            <pc:sldMk cId="1003418672" sldId="286"/>
            <ac:spMk id="36" creationId="{A0C2646A-41F5-4701-41CD-B0C8333EFE74}"/>
          </ac:spMkLst>
        </pc:spChg>
        <pc:spChg chg="add mod">
          <ac:chgData name="지연 위" userId="3afbba209ae90fae" providerId="LiveId" clId="{4F5C24C1-ADEA-4F23-8598-EDF5FE3CE041}" dt="2026-05-04T09:01:57.936" v="3998"/>
          <ac:spMkLst>
            <pc:docMk/>
            <pc:sldMk cId="1003418672" sldId="286"/>
            <ac:spMk id="37" creationId="{7DF2AD8C-6005-6A1E-06FF-4CC628E8D6D5}"/>
          </ac:spMkLst>
        </pc:spChg>
        <pc:spChg chg="mod">
          <ac:chgData name="지연 위" userId="3afbba209ae90fae" providerId="LiveId" clId="{4F5C24C1-ADEA-4F23-8598-EDF5FE3CE041}" dt="2026-05-04T08:52:39.197" v="3495" actId="207"/>
          <ac:spMkLst>
            <pc:docMk/>
            <pc:sldMk cId="1003418672" sldId="286"/>
            <ac:spMk id="39" creationId="{6F665972-7EAD-EDBC-708C-07FED3B10E08}"/>
          </ac:spMkLst>
        </pc:spChg>
      </pc:sldChg>
      <pc:sldChg chg="addSp delSp modSp add mod">
        <pc:chgData name="지연 위" userId="3afbba209ae90fae" providerId="LiveId" clId="{4F5C24C1-ADEA-4F23-8598-EDF5FE3CE041}" dt="2026-05-04T09:56:38.402" v="5671" actId="207"/>
        <pc:sldMkLst>
          <pc:docMk/>
          <pc:sldMk cId="3813882190" sldId="287"/>
        </pc:sldMkLst>
        <pc:spChg chg="mod">
          <ac:chgData name="지연 위" userId="3afbba209ae90fae" providerId="LiveId" clId="{4F5C24C1-ADEA-4F23-8598-EDF5FE3CE041}" dt="2026-05-04T09:14:49.316" v="4376" actId="207"/>
          <ac:spMkLst>
            <pc:docMk/>
            <pc:sldMk cId="3813882190" sldId="287"/>
            <ac:spMk id="4" creationId="{DBF40F0B-AD3A-C1D7-D15D-4643D6E331D4}"/>
          </ac:spMkLst>
        </pc:spChg>
        <pc:spChg chg="mod">
          <ac:chgData name="지연 위" userId="3afbba209ae90fae" providerId="LiveId" clId="{4F5C24C1-ADEA-4F23-8598-EDF5FE3CE041}" dt="2026-05-04T09:26:28.896" v="4733" actId="14100"/>
          <ac:spMkLst>
            <pc:docMk/>
            <pc:sldMk cId="3813882190" sldId="287"/>
            <ac:spMk id="34" creationId="{8ABF5AB1-8698-A75F-F69C-9AF7302B9F87}"/>
          </ac:spMkLst>
        </pc:spChg>
        <pc:spChg chg="mod">
          <ac:chgData name="지연 위" userId="3afbba209ae90fae" providerId="LiveId" clId="{4F5C24C1-ADEA-4F23-8598-EDF5FE3CE041}" dt="2026-05-04T09:26:16.432" v="4731" actId="14100"/>
          <ac:spMkLst>
            <pc:docMk/>
            <pc:sldMk cId="3813882190" sldId="287"/>
            <ac:spMk id="35" creationId="{5D064307-B376-9073-03E1-B57EC9220449}"/>
          </ac:spMkLst>
        </pc:spChg>
        <pc:spChg chg="mod">
          <ac:chgData name="지연 위" userId="3afbba209ae90fae" providerId="LiveId" clId="{4F5C24C1-ADEA-4F23-8598-EDF5FE3CE041}" dt="2026-05-04T09:56:38.402" v="5671" actId="207"/>
          <ac:spMkLst>
            <pc:docMk/>
            <pc:sldMk cId="3813882190" sldId="287"/>
            <ac:spMk id="36" creationId="{23FF9CEC-13DE-4DC6-FA84-8ED4CD85286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4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5BF66-2B33-CAEE-BE73-2ABFABF9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B2214-D1EC-9050-50BF-DCB650CFF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C005A-D047-5349-6214-D3AD640EE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1E66C1-AE68-32EF-5814-CF0DD01AF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2903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w.go.kr/main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hbank.com/goSubPage.d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market.nonghyup.com/servlet/BFBCW0001R.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ter.net/news/articleView.html?idxno=639545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nnews.com/news/202511271634426184" TargetMode="External"/><Relationship Id="rId4" Type="http://schemas.openxmlformats.org/officeDocument/2006/relationships/hyperlink" Target="https://www.etnews.com/20250214000115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siae.co.kr/article/202512291626304507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siatoday.co.kr/kn/view.php?key=20250925010013715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hbank.com/goSubPage.do?srchGb=KO_NHIR_02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hbank.com/goSubPage.do?srchGb=KO_NHIR_02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hbank.com/goSubPage.do?srchGb=KO_NHIR_02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m.jobkorea.co.kr/company/1836350/passavgspec?C_Idx=5056&amp;Tab=1&amp;companyIdx=5056&amp;Page=1&amp;PageSize=10&amp;IsViewTogetherMySpec=1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3840480" cy="75438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E6C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농협은행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194560" cy="36576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5D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NongHyup Bank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131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금융기관론 과제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1310" y="1965960"/>
            <a:ext cx="503269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48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NH농협은</a:t>
            </a:r>
            <a:r>
              <a:rPr lang="ko-KR" altLang="en-US" sz="48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</a:t>
            </a:r>
            <a:endParaRPr lang="en-US" altLang="ko-KR" sz="4800" b="1" dirty="0">
              <a:solidFill>
                <a:srgbClr val="1B5E2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금융기관 분석</a:t>
            </a:r>
            <a:endParaRPr lang="en-US" altLang="ko-KR" sz="3000" b="1" dirty="0">
              <a:solidFill>
                <a:srgbClr val="1B5E20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1310" y="3401567"/>
            <a:ext cx="4849810" cy="45719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111310" y="35500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경영학과 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2023210001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정관</a:t>
            </a: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경영학과 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2024215555 위지연  </a:t>
            </a:r>
          </a:p>
        </p:txBody>
      </p:sp>
      <p:sp>
        <p:nvSpPr>
          <p:cNvPr id="12" name="Text 10"/>
          <p:cNvSpPr/>
          <p:nvPr/>
        </p:nvSpPr>
        <p:spPr>
          <a:xfrm>
            <a:off x="438912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943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7008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개요 및 설립 목적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38404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658368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존재 이유 (법적 근거)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설립 배경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505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독보적 역할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0408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취급 상품 및 서비스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901952"/>
            <a:ext cx="38404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001768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주요 고객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01768" y="22494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금융 상품 및 서비스 소개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01768" y="25054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타 기관과 상품 비교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94360" y="320040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943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07008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행보 및 팀의 견해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4360" y="3776472"/>
            <a:ext cx="38404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58368" y="3867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최근 집중 사업·뉴스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" y="4123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수집 및 분석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4379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팀의 견해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30632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937760" y="3200400"/>
            <a:ext cx="50292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9377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50408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취업 시 필요한 역량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937760" y="3776472"/>
            <a:ext cx="3840480" cy="18288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3" name="Text 31"/>
          <p:cNvSpPr/>
          <p:nvPr/>
        </p:nvSpPr>
        <p:spPr>
          <a:xfrm>
            <a:off x="5001768" y="38679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인재상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01768" y="41239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핵심 직무 역량 및 자격증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 개요 및 설립 목적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5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 이유  ·  설립 배경  ·  독보적 역할</a:t>
            </a:r>
            <a:endParaRPr lang="en-US" sz="1600" dirty="0">
              <a:solidFill>
                <a:srgbClr val="8CA58D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94DCC3E9-6E51-EF1B-3259-B3D0ABAF2FF0}"/>
              </a:ext>
            </a:extLst>
          </p:cNvPr>
          <p:cNvSpPr/>
          <p:nvPr/>
        </p:nvSpPr>
        <p:spPr>
          <a:xfrm>
            <a:off x="1017964" y="2783061"/>
            <a:ext cx="5857718" cy="45719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기관 개요 및 설립 목적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 이유 — 법적 근거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0469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0469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농업협동조합법 제1조 (목적)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27632"/>
            <a:ext cx="810291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법은 농업인의 자주적인 협동조직을 바탕으로 농업인의 경제적·사회적·문화적 지위를 향상시키고,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농업의 경쟁력 강화를 통하여 농업인의 삶의 질을 높이며, 국민경제의 균형 있는 발전에 이바지함을 목적으로 한다.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299646"/>
            <a:ext cx="7955280" cy="397764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2299646"/>
            <a:ext cx="7863840" cy="397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농민 생활 수준 향상  ·  농업 경쟁력 강화  ·  국가 경제 균형 발전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040380"/>
            <a:ext cx="8412480" cy="9738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040380"/>
            <a:ext cx="64008" cy="98755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10438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농업협동조합법 제161조의11 (농협은행 설립 조항)</a:t>
            </a:r>
            <a:endParaRPr lang="en-US" sz="1300" dirty="0">
              <a:solidFill>
                <a:srgbClr val="2E7D3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594360" y="343357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중앙회는 농업인과 조합에 필요한 금융을 제공함으로써 농업인과 조합의 자율적인 경제활동을 지원하고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경제적 지위의 향상을 촉진하기 위하여 신용사업을 분리하여 농협은행을 설립한다.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014216"/>
            <a:ext cx="7955280" cy="4343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4014216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</a:t>
            </a: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농업금융 전문성 강화  ·  농민 금융 지원 체계화  ·  금융과 경제사업 분리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900" dirty="0">
                <a:hlinkClick r:id="rId3"/>
              </a:rPr>
              <a:t>국가법령정보센터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기관 개요 및 설립 목적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 배경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7772400" cy="54864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16459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1961.08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1298448" y="1755648"/>
            <a:ext cx="54864" cy="182880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1783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1783080" cy="320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2514600"/>
            <a:ext cx="1783080" cy="3200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 + 금융 통합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2769" y="2880360"/>
            <a:ext cx="1944671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「농업협동조합법」에 의거 (구)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농업협동조합과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농업은행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농업협동조합 설립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06040" y="1280160"/>
            <a:ext cx="16459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2000.07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01568" y="1755648"/>
            <a:ext cx="54864" cy="182880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606040" y="2514600"/>
            <a:ext cx="1783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606040" y="2514600"/>
            <a:ext cx="1783080" cy="320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606040" y="2514600"/>
            <a:ext cx="1783080" cy="3200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 규모 확대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 18"/>
          <p:cNvSpPr/>
          <p:nvPr/>
        </p:nvSpPr>
        <p:spPr>
          <a:xfrm>
            <a:off x="2606040" y="2880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농협중앙회 출범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농·축·인삼협중앙회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03520" y="192024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09160" y="1280160"/>
            <a:ext cx="164592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2011.03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504688" y="1755648"/>
            <a:ext cx="54864" cy="182880"/>
          </a:xfrm>
          <a:prstGeom prst="rect">
            <a:avLst/>
          </a:prstGeom>
          <a:solidFill>
            <a:schemeClr val="accent6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4709160" y="2514600"/>
            <a:ext cx="1783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709160" y="2514600"/>
            <a:ext cx="1783080" cy="3200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709160" y="2514600"/>
            <a:ext cx="1783080" cy="3200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신경분리 결의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 25"/>
          <p:cNvSpPr/>
          <p:nvPr/>
        </p:nvSpPr>
        <p:spPr>
          <a:xfrm>
            <a:off x="4709160" y="2880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농업협동조합법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개정안 국회 통과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신용사업 ↔ 경제사업 분리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406640" y="1920240"/>
            <a:ext cx="457200" cy="457200"/>
          </a:xfrm>
          <a:prstGeom prst="ellipse">
            <a:avLst/>
          </a:prstGeom>
          <a:solidFill>
            <a:srgbClr val="1B5E2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812280" y="1280160"/>
            <a:ext cx="164592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2012.03.02</a:t>
            </a: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607808" y="1755648"/>
            <a:ext cx="54864" cy="182880"/>
          </a:xfrm>
          <a:prstGeom prst="rect">
            <a:avLst/>
          </a:prstGeom>
          <a:solidFill>
            <a:srgbClr val="1B5E20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812280" y="2514600"/>
            <a:ext cx="1783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6812280" y="2514600"/>
            <a:ext cx="1783080" cy="320040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812280" y="2514600"/>
            <a:ext cx="1783080" cy="320040"/>
          </a:xfrm>
          <a:prstGeom prst="rect">
            <a:avLst/>
          </a:prstGeom>
          <a:solidFill>
            <a:srgbClr val="1B5E20"/>
          </a:solidFill>
          <a:ln>
            <a:solidFill>
              <a:srgbClr val="2E7D3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NH농협은행 출범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12280" y="28803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농협금융지주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100%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자회사로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독립 법인 설립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1961년 이후 51년 만에 독립 은행 법인 분리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NH농협은행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hlinkClick r:id="rId3"/>
              </a:rPr>
              <a:t>은행안내</a:t>
            </a:r>
            <a:r>
              <a:rPr lang="en-US" altLang="ko-KR" sz="900" dirty="0">
                <a:hlinkClick r:id="rId3"/>
              </a:rPr>
              <a:t>-</a:t>
            </a:r>
            <a:r>
              <a:rPr lang="ko-KR" altLang="en-US" sz="900" dirty="0">
                <a:hlinkClick r:id="rId3"/>
              </a:rPr>
              <a:t>연혁 </a:t>
            </a:r>
            <a:r>
              <a:rPr lang="en-US" altLang="ko-KR" sz="900" dirty="0">
                <a:hlinkClick r:id="rId3"/>
              </a:rPr>
              <a:t>| NH </a:t>
            </a:r>
            <a:r>
              <a:rPr lang="ko-KR" altLang="en-US" sz="900" dirty="0">
                <a:hlinkClick r:id="rId3"/>
              </a:rPr>
              <a:t>농협은행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기관 개요 및 설립 목적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독보적 역할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38912" y="12344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🏦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접근성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농·축협 1,110개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지점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3,705개 보유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농어촌·산간·도서 등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소외지역</a:t>
            </a: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 제공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2560320" cy="182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81484" y="3831336"/>
            <a:ext cx="2927476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단위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접근성 최대화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27832" y="1234440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27832" y="123444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00984" y="12344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🌾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 농업경영 지원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1691640"/>
            <a:ext cx="2706624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영농자금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금리인하·태양광 발전시설 대출지원 등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농업인 조합원 맞춤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금융서비스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9272" y="3364992"/>
            <a:ext cx="2560320" cy="182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075594" y="3831336"/>
            <a:ext cx="295944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필요 자금 안정 공급 → 농업 경영 안정성 확보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9904" y="1234440"/>
            <a:ext cx="27432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6089904" y="1234440"/>
            <a:ext cx="274320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163056" y="1234440"/>
            <a:ext cx="2596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 </a:t>
            </a: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농촌-도시 상생 가교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89904" y="169164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도시농협</a:t>
            </a: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농산물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출하선급금 무이자 지원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농촌농협</a:t>
            </a: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농축산물 도시에 공급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3364992"/>
            <a:ext cx="2560320" cy="1828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988622" y="3830568"/>
            <a:ext cx="2945764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금융으로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농촌↔도시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연결→농업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생태계 순환 구조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736592"/>
            <a:ext cx="8467344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10896" y="4736592"/>
            <a:ext cx="862349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</a:t>
            </a:r>
            <a:r>
              <a:rPr lang="en-US" sz="1200" b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</a:t>
            </a:r>
            <a:r>
              <a:rPr lang="ko-KR" alt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일반은행 핵심 차이: 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농민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추구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|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r>
              <a:rPr lang="en-US" altLang="ko-KR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금융+유통+지원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정책적</a:t>
            </a:r>
            <a:r>
              <a:rPr lang="en-US" altLang="ko-KR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sz="1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상업적</a:t>
            </a:r>
            <a:r>
              <a:rPr lang="en-US" altLang="ko-KR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>
              <a:solidFill>
                <a:srgbClr val="2E7D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취급 상품 및 서비스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5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고객  ·  금융 상품 소개  ·  타 기관과 비교</a:t>
            </a:r>
            <a:endParaRPr lang="en-US" sz="1600" dirty="0">
              <a:solidFill>
                <a:srgbClr val="8CA58D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39866EB-4B46-4B09-9C55-633AF9FDA339}"/>
              </a:ext>
            </a:extLst>
          </p:cNvPr>
          <p:cNvSpPr/>
          <p:nvPr/>
        </p:nvSpPr>
        <p:spPr>
          <a:xfrm>
            <a:off x="1017963" y="2783061"/>
            <a:ext cx="6403327" cy="45719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취급 상품 및 서비스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고객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35478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640080" cy="628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" y="1993392"/>
            <a:ext cx="2468880" cy="377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농업인 (핵심 고객)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2359152"/>
            <a:ext cx="2468880" cy="251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조합원 = 주인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59"/>
            <a:ext cx="2468880" cy="45719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743200"/>
            <a:ext cx="2468880" cy="11676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영농자금,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농업정책자금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시설·장비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투자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등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특화 금융 수요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87952"/>
            <a:ext cx="2560320" cy="494007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4187952"/>
            <a:ext cx="2514600" cy="494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농업 금융의 핵심 대상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1234440"/>
            <a:ext cx="274320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64008" cy="3547872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1298448"/>
            <a:ext cx="640080" cy="628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493008" y="1993392"/>
            <a:ext cx="2468880" cy="377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개인 고객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93008" y="2359152"/>
            <a:ext cx="2468880" cy="251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직장인·학생·주부 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651759"/>
            <a:ext cx="2468880" cy="45719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493008" y="2743200"/>
            <a:ext cx="2468880" cy="11676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예금, 대출, 투자, 카드 등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전국민 대상 종합 금융 수요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시중은행과 동일 서비스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4187952"/>
            <a:ext cx="2560320" cy="494007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429000" y="4187952"/>
            <a:ext cx="2514600" cy="494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도시 포함 전국 단위 금융 수요층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234440"/>
            <a:ext cx="2560320" cy="3547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17920" y="1234440"/>
            <a:ext cx="64008" cy="3547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355080" y="1298448"/>
            <a:ext cx="640080" cy="628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419088" y="1993392"/>
            <a:ext cx="2286000" cy="3772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기업·공공기관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9088" y="2359152"/>
            <a:ext cx="2286000" cy="2514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지자체·농업 관련 기관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651759"/>
            <a:ext cx="2286000" cy="45719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419088" y="2743200"/>
            <a:ext cx="2286000" cy="11676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운영자금 대출,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지정금고 역할,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공공기관 금융 인프라 수행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4187952"/>
            <a:ext cx="2377440" cy="494007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355080" y="4187952"/>
            <a:ext cx="2331720" cy="494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지역 경제 및 국가 금융 인프라 기능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농민 중심이지만 + 전국민 대상 금융기관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취급 상품 및 서비스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상품 소개 — 예금·적금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30083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🏦  NH올원e예금  (정기예금)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68249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2.95% (세전, 12개월)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Text 11"/>
          <p:cNvSpPr/>
          <p:nvPr/>
        </p:nvSpPr>
        <p:spPr>
          <a:xfrm>
            <a:off x="457200" y="2112264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가입기간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91640" y="211226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~ 36개월 (월 단위)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가입금액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91640" y="254203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10만원 ~ 10억원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53512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우대조건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91640" y="297180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 (조건 없는 단순 고금리)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이자지급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91640" y="3401568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만기일시지급 / 월이자지급 선택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13048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25" name="Text 23"/>
          <p:cNvSpPr/>
          <p:nvPr/>
        </p:nvSpPr>
        <p:spPr>
          <a:xfrm>
            <a:off x="457200" y="3831336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가입방법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91640" y="383133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비대면 신규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4114800" cy="34564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1148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9" name="Text 27"/>
          <p:cNvSpPr/>
          <p:nvPr/>
        </p:nvSpPr>
        <p:spPr>
          <a:xfrm>
            <a:off x="480060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 NH올원e적금  (자유적립식)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1664208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1" name="Text 29"/>
          <p:cNvSpPr/>
          <p:nvPr/>
        </p:nvSpPr>
        <p:spPr>
          <a:xfrm>
            <a:off x="4754880" y="1682496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89320" y="168249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3.10% ~ 3.60% (세전)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093976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4" name="Text 32"/>
          <p:cNvSpPr/>
          <p:nvPr/>
        </p:nvSpPr>
        <p:spPr>
          <a:xfrm>
            <a:off x="4754880" y="2112264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가입기간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89320" y="211226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12개월 (1년제)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523744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7" name="Text 35"/>
          <p:cNvSpPr/>
          <p:nvPr/>
        </p:nvSpPr>
        <p:spPr>
          <a:xfrm>
            <a:off x="4754880" y="2542032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가입금액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989320" y="254203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1천원 ~ 30만원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2953512"/>
            <a:ext cx="4114800" cy="1289304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0" name="Text 38"/>
          <p:cNvSpPr/>
          <p:nvPr/>
        </p:nvSpPr>
        <p:spPr>
          <a:xfrm>
            <a:off x="4754880" y="2971800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우대금리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89320" y="297180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+0.1% NH올원e통장 출금 신규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54880" y="3401568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89320" y="3401568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+0.2% 마케팅 안내수단 전체동의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  <a:r>
              <a:rPr lang="ko-KR" alt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900" dirty="0">
                <a:hlinkClick r:id="rId3"/>
              </a:rPr>
              <a:t>농협은행 </a:t>
            </a:r>
            <a:r>
              <a:rPr lang="en-US" altLang="ko-KR" sz="900" dirty="0">
                <a:hlinkClick r:id="rId3"/>
              </a:rPr>
              <a:t>- NH</a:t>
            </a:r>
            <a:r>
              <a:rPr lang="ko-KR" altLang="en-US" sz="900" dirty="0">
                <a:hlinkClick r:id="rId3"/>
              </a:rPr>
              <a:t>금융상품몰 </a:t>
            </a:r>
            <a:r>
              <a:rPr lang="en-US" altLang="ko-KR" sz="900" dirty="0">
                <a:hlinkClick r:id="rId3"/>
              </a:rPr>
              <a:t>- </a:t>
            </a:r>
            <a:r>
              <a:rPr lang="ko-KR" altLang="en-US" sz="900" dirty="0">
                <a:hlinkClick r:id="rId3"/>
              </a:rPr>
              <a:t>금융상품과 서비스를 만나는 새로운 경험</a:t>
            </a:r>
            <a:r>
              <a:rPr lang="en-US" altLang="ko-KR" sz="900" dirty="0">
                <a:hlinkClick r:id="rId3"/>
              </a:rPr>
              <a:t>! - </a:t>
            </a:r>
            <a:r>
              <a:rPr lang="ko-KR" altLang="en-US" sz="900" dirty="0">
                <a:hlinkClick r:id="rId3"/>
              </a:rPr>
              <a:t>농협은행 금융상품몰</a:t>
            </a:r>
            <a:endParaRPr lang="en-US" sz="900" dirty="0"/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DD0CEC5F-767E-2236-B06F-1A280218E37C}"/>
              </a:ext>
            </a:extLst>
          </p:cNvPr>
          <p:cNvSpPr/>
          <p:nvPr/>
        </p:nvSpPr>
        <p:spPr>
          <a:xfrm>
            <a:off x="4754880" y="3831336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39">
            <a:extLst>
              <a:ext uri="{FF2B5EF4-FFF2-40B4-BE49-F238E27FC236}">
                <a16:creationId xmlns:a16="http://schemas.microsoft.com/office/drawing/2014/main" id="{6E27E5F3-3986-1901-64EF-A14EBEF4C08B}"/>
              </a:ext>
            </a:extLst>
          </p:cNvPr>
          <p:cNvSpPr/>
          <p:nvPr/>
        </p:nvSpPr>
        <p:spPr>
          <a:xfrm>
            <a:off x="5989320" y="3831336"/>
            <a:ext cx="2971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+0.2% 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개월간 당행 </a:t>
            </a:r>
            <a:r>
              <a:rPr lang="ko-KR" alt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예적금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buNone/>
            </a:pP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</a:t>
            </a:r>
            <a:r>
              <a:rPr lang="ko-KR" alt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미보유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고객 신규</a:t>
            </a:r>
            <a:endParaRPr lang="en-US" sz="1200" dirty="0"/>
          </a:p>
        </p:txBody>
      </p:sp>
      <p:sp>
        <p:nvSpPr>
          <p:cNvPr id="55" name="Shape 40">
            <a:extLst>
              <a:ext uri="{FF2B5EF4-FFF2-40B4-BE49-F238E27FC236}">
                <a16:creationId xmlns:a16="http://schemas.microsoft.com/office/drawing/2014/main" id="{0DE75DCA-0194-7A34-3835-519A515CBEFD}"/>
              </a:ext>
            </a:extLst>
          </p:cNvPr>
          <p:cNvSpPr/>
          <p:nvPr/>
        </p:nvSpPr>
        <p:spPr>
          <a:xfrm>
            <a:off x="4663440" y="4261104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56" name="Text 41">
            <a:extLst>
              <a:ext uri="{FF2B5EF4-FFF2-40B4-BE49-F238E27FC236}">
                <a16:creationId xmlns:a16="http://schemas.microsoft.com/office/drawing/2014/main" id="{49433862-94F9-773E-C20F-40A1ED906102}"/>
              </a:ext>
            </a:extLst>
          </p:cNvPr>
          <p:cNvSpPr/>
          <p:nvPr/>
        </p:nvSpPr>
        <p:spPr>
          <a:xfrm>
            <a:off x="4754880" y="4279392"/>
            <a:ext cx="11887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</a:rPr>
              <a:t>이자지급</a:t>
            </a:r>
            <a:endParaRPr lang="en-US" sz="1200" dirty="0"/>
          </a:p>
        </p:txBody>
      </p:sp>
      <p:sp>
        <p:nvSpPr>
          <p:cNvPr id="57" name="Text 42">
            <a:extLst>
              <a:ext uri="{FF2B5EF4-FFF2-40B4-BE49-F238E27FC236}">
                <a16:creationId xmlns:a16="http://schemas.microsoft.com/office/drawing/2014/main" id="{81A135E5-AADD-100D-645B-5E60040F9E3C}"/>
              </a:ext>
            </a:extLst>
          </p:cNvPr>
          <p:cNvSpPr/>
          <p:nvPr/>
        </p:nvSpPr>
        <p:spPr>
          <a:xfrm>
            <a:off x="5989320" y="427939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만기일시지급식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취급 상품 및 서비스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상품 소개 — 대출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2990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👔  NH금융리더론  (직장인 신용대출)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4114800" cy="429768"/>
          </a:xfrm>
          <a:prstGeom prst="rect">
            <a:avLst/>
          </a:prstGeom>
          <a:solidFill>
            <a:srgbClr val="EEF2FF"/>
          </a:solidFill>
          <a:ln w="381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0" name="Text 8"/>
          <p:cNvSpPr/>
          <p:nvPr/>
        </p:nvSpPr>
        <p:spPr>
          <a:xfrm>
            <a:off x="457200" y="168249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대출대상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1682496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금융기관 3개월 이상 재직, 연소득 3천만원↑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093976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3" name="Text 11"/>
          <p:cNvSpPr/>
          <p:nvPr/>
        </p:nvSpPr>
        <p:spPr>
          <a:xfrm>
            <a:off x="457200" y="211226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대출한도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11226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3억원 이내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23744"/>
            <a:ext cx="4114800" cy="429768"/>
          </a:xfrm>
          <a:prstGeom prst="rect">
            <a:avLst/>
          </a:prstGeom>
          <a:solidFill>
            <a:srgbClr val="EEF2FF"/>
          </a:solidFill>
          <a:ln w="381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6" name="Text 14"/>
          <p:cNvSpPr/>
          <p:nvPr/>
        </p:nvSpPr>
        <p:spPr>
          <a:xfrm>
            <a:off x="457200" y="254203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54203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 4.06% ~ 5.56%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53512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19" name="Text 17"/>
          <p:cNvSpPr/>
          <p:nvPr/>
        </p:nvSpPr>
        <p:spPr>
          <a:xfrm>
            <a:off x="457200" y="297180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대출기간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297180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만기일시상환 1년 / 할부 5년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4114800" cy="429768"/>
          </a:xfrm>
          <a:prstGeom prst="rect">
            <a:avLst/>
          </a:prstGeom>
          <a:solidFill>
            <a:srgbClr val="EEF2FF"/>
          </a:solidFill>
          <a:ln w="381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상환방법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28800" y="34015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만기일시·원금균등·마이너스통장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813048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5CAE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25" name="Text 23"/>
          <p:cNvSpPr/>
          <p:nvPr/>
        </p:nvSpPr>
        <p:spPr>
          <a:xfrm>
            <a:off x="457200" y="383133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신청방법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3831336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영업점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234440"/>
            <a:ext cx="4114800" cy="2990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sz="1200"/>
          </a:p>
        </p:txBody>
      </p:sp>
      <p:sp>
        <p:nvSpPr>
          <p:cNvPr id="28" name="Shape 26"/>
          <p:cNvSpPr/>
          <p:nvPr/>
        </p:nvSpPr>
        <p:spPr>
          <a:xfrm>
            <a:off x="4663440" y="1234440"/>
            <a:ext cx="41148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 sz="1400"/>
          </a:p>
        </p:txBody>
      </p:sp>
      <p:sp>
        <p:nvSpPr>
          <p:cNvPr id="29" name="Text 27"/>
          <p:cNvSpPr/>
          <p:nvPr/>
        </p:nvSpPr>
        <p:spPr>
          <a:xfrm>
            <a:off x="480060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🚜  농기계 구입자금  (농업 특화)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63440" y="1664208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1" name="Text 29"/>
          <p:cNvSpPr/>
          <p:nvPr/>
        </p:nvSpPr>
        <p:spPr>
          <a:xfrm>
            <a:off x="4754880" y="168249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대출대상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1682496"/>
            <a:ext cx="2606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농업인, 농업법인 (회사법인·영농조합)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2093976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4" name="Text 32"/>
          <p:cNvSpPr/>
          <p:nvPr/>
        </p:nvSpPr>
        <p:spPr>
          <a:xfrm>
            <a:off x="4754880" y="211226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대출한도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2112264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구입금액 100% 이내 (정부융자한도)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523744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37" name="Text 35"/>
          <p:cNvSpPr/>
          <p:nvPr/>
        </p:nvSpPr>
        <p:spPr>
          <a:xfrm>
            <a:off x="4754880" y="254203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금리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2542032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연 2.0% 또는 변동금리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63440" y="2953512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0" name="Text 38"/>
          <p:cNvSpPr/>
          <p:nvPr/>
        </p:nvSpPr>
        <p:spPr>
          <a:xfrm>
            <a:off x="4754880" y="297180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대출기간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2971800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~ 8년 이내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663440" y="3383280"/>
            <a:ext cx="4114800" cy="429768"/>
          </a:xfrm>
          <a:prstGeom prst="rect">
            <a:avLst/>
          </a:prstGeom>
          <a:solidFill>
            <a:srgbClr val="E8F5E9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3" name="Text 41"/>
          <p:cNvSpPr/>
          <p:nvPr/>
        </p:nvSpPr>
        <p:spPr>
          <a:xfrm>
            <a:off x="4754880" y="340156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상환방법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26480" y="3401568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원금균등분할상환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63440" y="3813048"/>
            <a:ext cx="4114800" cy="429768"/>
          </a:xfrm>
          <a:prstGeom prst="rect">
            <a:avLst/>
          </a:prstGeom>
          <a:solidFill>
            <a:srgbClr val="FFFFFF"/>
          </a:solidFill>
          <a:ln w="381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6" name="Text 44"/>
          <p:cNvSpPr/>
          <p:nvPr/>
        </p:nvSpPr>
        <p:spPr>
          <a:xfrm>
            <a:off x="4754880" y="383133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이자납입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3831336"/>
            <a:ext cx="2514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월납·분기납·반기납·연납 선택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4480560"/>
            <a:ext cx="8412480" cy="292608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2920" y="4480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  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차별점: 영농자금·계절성 소득 고려 맞춤 </a:t>
            </a:r>
            <a:r>
              <a:rPr lang="en-US" sz="14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대출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일반은행에는 없는 농업 전문 상품</a:t>
            </a:r>
            <a:endParaRPr lang="en-US" sz="1400" dirty="0">
              <a:solidFill>
                <a:srgbClr val="1B5E2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주요 취급 상품 및 서비스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기관과 상품 비교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3E17965-CDA5-05F3-4BC8-D6855DE4069D}"/>
              </a:ext>
            </a:extLst>
          </p:cNvPr>
          <p:cNvGrpSpPr/>
          <p:nvPr/>
        </p:nvGrpSpPr>
        <p:grpSpPr>
          <a:xfrm>
            <a:off x="365760" y="1549105"/>
            <a:ext cx="8412480" cy="2995463"/>
            <a:chOff x="365760" y="2080260"/>
            <a:chExt cx="8321040" cy="1947672"/>
          </a:xfrm>
        </p:grpSpPr>
        <p:sp>
          <p:nvSpPr>
            <p:cNvPr id="6" name="Shape 4"/>
            <p:cNvSpPr/>
            <p:nvPr/>
          </p:nvSpPr>
          <p:spPr>
            <a:xfrm>
              <a:off x="365760" y="2093976"/>
              <a:ext cx="1741897" cy="384048"/>
            </a:xfrm>
            <a:prstGeom prst="rect">
              <a:avLst/>
            </a:prstGeom>
            <a:solidFill>
              <a:srgbClr val="37474F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7" name="Text 5"/>
            <p:cNvSpPr/>
            <p:nvPr/>
          </p:nvSpPr>
          <p:spPr>
            <a:xfrm>
              <a:off x="365760" y="2080260"/>
              <a:ext cx="1737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비교 항목</a:t>
              </a:r>
              <a:endParaRPr lang="en-US" sz="14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103119" y="2093976"/>
              <a:ext cx="2199097" cy="384048"/>
            </a:xfrm>
            <a:prstGeom prst="rect">
              <a:avLst/>
            </a:prstGeom>
            <a:solidFill>
              <a:srgbClr val="1B5E20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9" name="Text 7"/>
            <p:cNvSpPr/>
            <p:nvPr/>
          </p:nvSpPr>
          <p:spPr>
            <a:xfrm>
              <a:off x="2103120" y="2080260"/>
              <a:ext cx="2194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NH농협은행</a:t>
              </a:r>
              <a:endParaRPr lang="en-US" sz="14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4302216" y="2093976"/>
              <a:ext cx="2190024" cy="379476"/>
            </a:xfrm>
            <a:prstGeom prst="rect">
              <a:avLst/>
            </a:prstGeom>
            <a:solidFill>
              <a:schemeClr val="accent4"/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1" name="Text 9"/>
            <p:cNvSpPr/>
            <p:nvPr/>
          </p:nvSpPr>
          <p:spPr>
            <a:xfrm>
              <a:off x="4297680" y="2080260"/>
              <a:ext cx="2194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KB국민은행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492240" y="2093976"/>
              <a:ext cx="2194560" cy="38862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3" name="Text 11"/>
            <p:cNvSpPr/>
            <p:nvPr/>
          </p:nvSpPr>
          <p:spPr>
            <a:xfrm>
              <a:off x="6492240" y="2080260"/>
              <a:ext cx="21945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신한은행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65760" y="2464308"/>
              <a:ext cx="1737360" cy="521208"/>
            </a:xfrm>
            <a:prstGeom prst="rect">
              <a:avLst/>
            </a:prstGeom>
            <a:solidFill>
              <a:srgbClr val="F9FAFB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5" name="Text 13"/>
            <p:cNvSpPr/>
            <p:nvPr/>
          </p:nvSpPr>
          <p:spPr>
            <a:xfrm>
              <a:off x="438912" y="2464308"/>
              <a:ext cx="16276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예금 상품</a:t>
              </a:r>
              <a:endParaRPr lang="en-US" sz="12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103120" y="2464308"/>
              <a:ext cx="2194560" cy="521208"/>
            </a:xfrm>
            <a:prstGeom prst="rect">
              <a:avLst/>
            </a:prstGeom>
            <a:solidFill>
              <a:srgbClr val="E8F5E9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7" name="Text 15"/>
            <p:cNvSpPr/>
            <p:nvPr/>
          </p:nvSpPr>
          <p:spPr>
            <a:xfrm>
              <a:off x="2176272" y="2464308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NH올원e예금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2.95% </a:t>
              </a:r>
              <a:r>
                <a:rPr lang="ko-KR" alt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내외</a:t>
              </a: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293143" y="2464308"/>
              <a:ext cx="2199097" cy="521208"/>
            </a:xfrm>
            <a:prstGeom prst="rect">
              <a:avLst/>
            </a:prstGeom>
            <a:solidFill>
              <a:srgbClr val="F9FAFB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19" name="Text 17"/>
            <p:cNvSpPr/>
            <p:nvPr/>
          </p:nvSpPr>
          <p:spPr>
            <a:xfrm>
              <a:off x="4370832" y="2464308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KB Star 정기예금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2.40~2.90%)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6492240" y="2464308"/>
              <a:ext cx="2194560" cy="521208"/>
            </a:xfrm>
            <a:prstGeom prst="rect">
              <a:avLst/>
            </a:prstGeom>
            <a:solidFill>
              <a:srgbClr val="F9FAFB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1" name="Text 19"/>
            <p:cNvSpPr/>
            <p:nvPr/>
          </p:nvSpPr>
          <p:spPr>
            <a:xfrm>
              <a:off x="6565392" y="2464308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쏠편한 정기예금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2.85% 내외)</a:t>
              </a:r>
              <a:endParaRPr lang="en-US" sz="12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365760" y="2985516"/>
              <a:ext cx="1737360" cy="52120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3" name="Text 21"/>
            <p:cNvSpPr/>
            <p:nvPr/>
          </p:nvSpPr>
          <p:spPr>
            <a:xfrm>
              <a:off x="438912" y="2985516"/>
              <a:ext cx="16276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적금 상품</a:t>
              </a:r>
              <a:endParaRPr lang="en-US" sz="12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2103120" y="2985516"/>
              <a:ext cx="2194560" cy="521208"/>
            </a:xfrm>
            <a:prstGeom prst="rect">
              <a:avLst/>
            </a:prstGeom>
            <a:solidFill>
              <a:srgbClr val="E8F5E9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5" name="Text 23"/>
            <p:cNvSpPr/>
            <p:nvPr/>
          </p:nvSpPr>
          <p:spPr>
            <a:xfrm>
              <a:off x="2176272" y="2985516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NH올원e적금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3.10~3.60%)</a:t>
              </a:r>
              <a:endParaRPr lang="en-US" sz="12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4293143" y="2985516"/>
              <a:ext cx="2199097" cy="52120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7" name="Text 25"/>
            <p:cNvSpPr/>
            <p:nvPr/>
          </p:nvSpPr>
          <p:spPr>
            <a:xfrm>
              <a:off x="4370832" y="2985516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KB</a:t>
              </a:r>
              <a:r>
                <a:rPr lang="ko-KR" altLang="en-US" sz="1200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내맘대로</a:t>
              </a:r>
              <a:r>
                <a:rPr lang="en-US" sz="1200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적금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2.25~3.55%)</a:t>
              </a:r>
              <a:endParaRPr lang="en-US" sz="12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6492240" y="2985516"/>
              <a:ext cx="2194560" cy="521208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29" name="Text 27"/>
            <p:cNvSpPr/>
            <p:nvPr/>
          </p:nvSpPr>
          <p:spPr>
            <a:xfrm>
              <a:off x="6565392" y="2985516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정기적금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2.00% </a:t>
              </a:r>
              <a:r>
                <a:rPr lang="ko-KR" alt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내외</a:t>
              </a: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65760" y="3506724"/>
              <a:ext cx="1737360" cy="521208"/>
            </a:xfrm>
            <a:prstGeom prst="rect">
              <a:avLst/>
            </a:prstGeom>
            <a:solidFill>
              <a:srgbClr val="F9FAFB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1" name="Text 29"/>
            <p:cNvSpPr/>
            <p:nvPr/>
          </p:nvSpPr>
          <p:spPr>
            <a:xfrm>
              <a:off x="438912" y="3506724"/>
              <a:ext cx="16276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buNone/>
              </a:pPr>
              <a:r>
                <a:rPr lang="en-US" sz="1200" b="1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대출</a:t>
              </a:r>
              <a:r>
                <a:rPr lang="en-US" sz="1200" b="1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200" b="1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상품</a:t>
              </a:r>
              <a:endParaRPr lang="en-US" sz="12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2103120" y="3506724"/>
              <a:ext cx="2194560" cy="521208"/>
            </a:xfrm>
            <a:prstGeom prst="rect">
              <a:avLst/>
            </a:prstGeom>
            <a:solidFill>
              <a:srgbClr val="E8F5E9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3" name="Text 31"/>
            <p:cNvSpPr/>
            <p:nvPr/>
          </p:nvSpPr>
          <p:spPr>
            <a:xfrm>
              <a:off x="2176272" y="3506724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NH금융리더론</a:t>
              </a: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(</a:t>
              </a:r>
              <a:r>
                <a:rPr lang="ko-KR" alt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금융인</a:t>
              </a:r>
              <a:r>
                <a:rPr lang="en-US" altLang="ko-KR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1B5E2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4.06~5.56%)</a:t>
              </a:r>
              <a:endParaRPr lang="en-US" sz="12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4293143" y="3506724"/>
              <a:ext cx="2194560" cy="521208"/>
            </a:xfrm>
            <a:prstGeom prst="rect">
              <a:avLst/>
            </a:prstGeom>
            <a:solidFill>
              <a:srgbClr val="F9FAFB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5" name="Text 33"/>
            <p:cNvSpPr/>
            <p:nvPr/>
          </p:nvSpPr>
          <p:spPr>
            <a:xfrm>
              <a:off x="4370832" y="3506724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KB</a:t>
              </a:r>
              <a:r>
                <a:rPr lang="ko-KR" alt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200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신용대출</a:t>
              </a: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(</a:t>
              </a:r>
              <a:r>
                <a:rPr lang="ko-KR" alt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직장인</a:t>
              </a:r>
              <a:r>
                <a:rPr lang="en-US" altLang="ko-KR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)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4.24~5.49%)</a:t>
              </a:r>
              <a:endParaRPr lang="en-US" sz="12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6492240" y="3506724"/>
              <a:ext cx="2194560" cy="521208"/>
            </a:xfrm>
            <a:prstGeom prst="rect">
              <a:avLst/>
            </a:prstGeom>
            <a:solidFill>
              <a:srgbClr val="F9FAFB"/>
            </a:solidFill>
            <a:ln w="3810">
              <a:solidFill>
                <a:srgbClr val="D0D0D0"/>
              </a:solidFill>
              <a:prstDash val="solid"/>
            </a:ln>
          </p:spPr>
          <p:txBody>
            <a:bodyPr/>
            <a:lstStyle/>
            <a:p>
              <a:endParaRPr lang="ko-KR" altLang="en-US" sz="1200"/>
            </a:p>
          </p:txBody>
        </p:sp>
        <p:sp>
          <p:nvSpPr>
            <p:cNvPr id="37" name="Text 35"/>
            <p:cNvSpPr/>
            <p:nvPr/>
          </p:nvSpPr>
          <p:spPr>
            <a:xfrm>
              <a:off x="6565392" y="3506724"/>
              <a:ext cx="2084832" cy="5212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쏠편한</a:t>
              </a: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ko-KR" alt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직장인</a:t>
              </a:r>
              <a:r>
                <a:rPr lang="en-US" sz="1200" dirty="0" err="1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대출</a:t>
              </a:r>
              <a:endParaRPr lang="en-US" sz="1200" dirty="0"/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37474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(연 5.39~6.19%)</a:t>
              </a:r>
              <a:endParaRPr lang="en-US" sz="1200" dirty="0"/>
            </a:p>
          </p:txBody>
        </p:sp>
      </p:grpSp>
      <p:sp>
        <p:nvSpPr>
          <p:cNvPr id="62" name="Text 6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</a:t>
            </a:r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NH농협은행·KB국민은행·신한은행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금융상품몰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>
              <a:solidFill>
                <a:srgbClr val="2E7D32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행보 및 팀의 견해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5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집중 사업  ·  데이터 분석  ·  팀의 견해</a:t>
            </a:r>
            <a:endParaRPr lang="en-US" sz="1600" dirty="0">
              <a:solidFill>
                <a:srgbClr val="8CA58D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D728884-ED2B-9216-5C27-CEDE5AF15ACD}"/>
              </a:ext>
            </a:extLst>
          </p:cNvPr>
          <p:cNvSpPr/>
          <p:nvPr/>
        </p:nvSpPr>
        <p:spPr>
          <a:xfrm>
            <a:off x="1017964" y="2783061"/>
            <a:ext cx="5857718" cy="45719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>
              <a:solidFill>
                <a:srgbClr val="F9A825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집중 사업 — AX (AI 전환) 추진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1430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8" y="1261872"/>
            <a:ext cx="2011680" cy="256032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전략 선언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87168" y="1261873"/>
            <a:ext cx="6291072" cy="2560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accent6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2025.07.02  | </a:t>
            </a:r>
            <a:r>
              <a:rPr lang="en-US" altLang="ko-KR" sz="800" dirty="0">
                <a:hlinkClick r:id="rId3"/>
              </a:rPr>
              <a:t>[</a:t>
            </a:r>
            <a:r>
              <a:rPr lang="ko-KR" altLang="en-US" sz="800" dirty="0">
                <a:hlinkClick r:id="rId3"/>
              </a:rPr>
              <a:t>금융그룹 </a:t>
            </a:r>
            <a:r>
              <a:rPr lang="en-US" altLang="ko-KR" sz="800" dirty="0">
                <a:hlinkClick r:id="rId3"/>
              </a:rPr>
              <a:t>AI</a:t>
            </a:r>
            <a:r>
              <a:rPr lang="ko-KR" altLang="en-US" sz="800" dirty="0">
                <a:hlinkClick r:id="rId3"/>
              </a:rPr>
              <a:t>대전</a:t>
            </a:r>
            <a:r>
              <a:rPr lang="en-US" altLang="ko-KR" sz="800" dirty="0">
                <a:hlinkClick r:id="rId3"/>
              </a:rPr>
              <a:t>]⑤ NH</a:t>
            </a:r>
            <a:r>
              <a:rPr lang="ko-KR" altLang="en-US" sz="800" dirty="0">
                <a:hlinkClick r:id="rId3"/>
              </a:rPr>
              <a:t>농협</a:t>
            </a:r>
            <a:r>
              <a:rPr lang="en-US" altLang="ko-KR" sz="800" dirty="0">
                <a:hlinkClick r:id="rId3"/>
              </a:rPr>
              <a:t>, </a:t>
            </a:r>
            <a:r>
              <a:rPr lang="ko-KR" altLang="en-US" sz="800" dirty="0">
                <a:hlinkClick r:id="rId3"/>
              </a:rPr>
              <a:t>은행 중심 플랫폼</a:t>
            </a:r>
            <a:r>
              <a:rPr lang="en-US" altLang="ko-KR" sz="800" dirty="0">
                <a:hlinkClick r:id="rId3"/>
              </a:rPr>
              <a:t>…</a:t>
            </a:r>
            <a:r>
              <a:rPr lang="ko-KR" altLang="en-US" sz="800" dirty="0" err="1">
                <a:hlinkClick r:id="rId3"/>
              </a:rPr>
              <a:t>이찬우</a:t>
            </a:r>
            <a:r>
              <a:rPr lang="ko-KR" altLang="en-US" sz="800" dirty="0">
                <a:hlinkClick r:id="rId3"/>
              </a:rPr>
              <a:t> </a:t>
            </a:r>
            <a:r>
              <a:rPr lang="en-US" altLang="ko-KR" sz="800" dirty="0">
                <a:hlinkClick r:id="rId3"/>
              </a:rPr>
              <a:t>"</a:t>
            </a:r>
            <a:r>
              <a:rPr lang="ko-KR" altLang="en-US" sz="800" dirty="0">
                <a:hlinkClick r:id="rId3"/>
              </a:rPr>
              <a:t>지금 당장 혁신</a:t>
            </a:r>
            <a:r>
              <a:rPr lang="en-US" altLang="ko-KR" sz="800" dirty="0">
                <a:hlinkClick r:id="rId3"/>
              </a:rPr>
              <a:t>" &lt; </a:t>
            </a:r>
            <a:r>
              <a:rPr lang="ko-KR" altLang="en-US" sz="800" dirty="0">
                <a:hlinkClick r:id="rId3"/>
              </a:rPr>
              <a:t>금융</a:t>
            </a:r>
            <a:r>
              <a:rPr lang="en-US" altLang="ko-KR" sz="800" dirty="0">
                <a:hlinkClick r:id="rId3"/>
              </a:rPr>
              <a:t>/</a:t>
            </a:r>
            <a:r>
              <a:rPr lang="ko-KR" altLang="en-US" sz="800" dirty="0" err="1">
                <a:hlinkClick r:id="rId3"/>
              </a:rPr>
              <a:t>핀테크</a:t>
            </a:r>
            <a:r>
              <a:rPr lang="ko-KR" altLang="en-US" sz="800" dirty="0">
                <a:hlinkClick r:id="rId3"/>
              </a:rPr>
              <a:t> </a:t>
            </a:r>
            <a:r>
              <a:rPr lang="en-US" altLang="ko-KR" sz="800" dirty="0">
                <a:hlinkClick r:id="rId3"/>
              </a:rPr>
              <a:t>&lt; </a:t>
            </a:r>
            <a:r>
              <a:rPr lang="ko-KR" altLang="en-US" sz="800" dirty="0">
                <a:hlinkClick r:id="rId3"/>
              </a:rPr>
              <a:t>금융 </a:t>
            </a:r>
            <a:r>
              <a:rPr lang="en-US" altLang="ko-KR" sz="800" dirty="0">
                <a:hlinkClick r:id="rId3"/>
              </a:rPr>
              <a:t>&lt; </a:t>
            </a:r>
            <a:r>
              <a:rPr lang="ko-KR" altLang="en-US" sz="800" dirty="0">
                <a:hlinkClick r:id="rId3"/>
              </a:rPr>
              <a:t>기사본문 </a:t>
            </a:r>
            <a:r>
              <a:rPr lang="en-US" altLang="ko-KR" sz="800" dirty="0">
                <a:hlinkClick r:id="rId3"/>
              </a:rPr>
              <a:t>- </a:t>
            </a:r>
            <a:r>
              <a:rPr lang="ko-KR" altLang="en-US" sz="800" dirty="0" err="1">
                <a:hlinkClick r:id="rId3"/>
              </a:rPr>
              <a:t>블로터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1715216"/>
            <a:ext cx="8138160" cy="453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이찬우 NH농협금융지주 회장은 "고객경험 혁신을 위해 DX를 넘어선 인공지능 전환(AX)이 </a:t>
            </a: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필요하다"고</a:t>
            </a: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밝히며</a:t>
            </a: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NH농협은행을 중심으로 금융 에이전트 Gen AI 도입과 </a:t>
            </a: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초자동화·초지식화·초개인화</a:t>
            </a: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</a:t>
            </a: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추진 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64008" cy="11430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6" y="2496312"/>
            <a:ext cx="3216454" cy="280481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7" y="2496312"/>
            <a:ext cx="3216454" cy="280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상품추천 서비스 (은행권 최초)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91941" y="2478024"/>
            <a:ext cx="5221713" cy="354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accent6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2025.02.16  | </a:t>
            </a:r>
            <a:r>
              <a:rPr lang="en-US" altLang="ko-KR" sz="800" dirty="0">
                <a:hlinkClick r:id="rId4"/>
              </a:rPr>
              <a:t>NH</a:t>
            </a:r>
            <a:r>
              <a:rPr lang="ko-KR" altLang="en-US" sz="800" dirty="0">
                <a:hlinkClick r:id="rId4"/>
              </a:rPr>
              <a:t>농협은행</a:t>
            </a:r>
            <a:r>
              <a:rPr lang="en-US" altLang="ko-KR" sz="800" dirty="0">
                <a:hlinkClick r:id="rId4"/>
              </a:rPr>
              <a:t>, </a:t>
            </a:r>
            <a:r>
              <a:rPr lang="ko-KR" altLang="en-US" sz="800" dirty="0">
                <a:hlinkClick r:id="rId4"/>
              </a:rPr>
              <a:t>은행권 최초 생성형</a:t>
            </a:r>
            <a:r>
              <a:rPr lang="en-US" altLang="ko-KR" sz="800" dirty="0">
                <a:hlinkClick r:id="rId4"/>
              </a:rPr>
              <a:t>AI </a:t>
            </a:r>
            <a:r>
              <a:rPr lang="ko-KR" altLang="en-US" sz="800" dirty="0">
                <a:hlinkClick r:id="rId4"/>
              </a:rPr>
              <a:t>결합 추천서비스 영업점 적용 </a:t>
            </a:r>
            <a:r>
              <a:rPr lang="en-US" altLang="ko-KR" sz="800" dirty="0">
                <a:hlinkClick r:id="rId4"/>
              </a:rPr>
              <a:t>- </a:t>
            </a:r>
            <a:r>
              <a:rPr lang="ko-KR" altLang="en-US" sz="800" dirty="0">
                <a:hlinkClick r:id="rId4"/>
              </a:rPr>
              <a:t>전자신문</a:t>
            </a:r>
            <a:endParaRPr lang="en-US" sz="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2932851"/>
            <a:ext cx="8138160" cy="522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설명가능 AI(XAI) 기반 상품추천에 거대언어모델(LLM)을 결합, 대화형 추천 사유를 제공하는 방식으로 예측형 AI + 생성형 AI를 결합한 은행권 최초 AI 상품추천 서비스 도입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841248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64008" cy="11430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75487" y="3730752"/>
            <a:ext cx="3216453" cy="29260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75487" y="3730752"/>
            <a:ext cx="321645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AI데이터부문 신설 (조직개편</a:t>
            </a: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87953" y="3803904"/>
            <a:ext cx="4322111" cy="271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accent6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2025.11.27  | </a:t>
            </a:r>
            <a:r>
              <a:rPr lang="en-US" altLang="ko-KR" sz="800" dirty="0">
                <a:hlinkClick r:id="rId5"/>
              </a:rPr>
              <a:t>NH</a:t>
            </a:r>
            <a:r>
              <a:rPr lang="ko-KR" altLang="en-US" sz="800" dirty="0">
                <a:hlinkClick r:id="rId5"/>
              </a:rPr>
              <a:t>농협은행 </a:t>
            </a:r>
            <a:r>
              <a:rPr lang="en-US" altLang="ko-KR" sz="800" dirty="0">
                <a:hlinkClick r:id="rId5"/>
              </a:rPr>
              <a:t>AX·</a:t>
            </a:r>
            <a:r>
              <a:rPr lang="ko-KR" altLang="en-US" sz="800" dirty="0">
                <a:hlinkClick r:id="rId5"/>
              </a:rPr>
              <a:t>생산적금융 컨트롤타워 신설 </a:t>
            </a:r>
            <a:r>
              <a:rPr lang="en-US" altLang="ko-KR" sz="800" dirty="0">
                <a:hlinkClick r:id="rId5"/>
              </a:rPr>
              <a:t>- </a:t>
            </a:r>
            <a:r>
              <a:rPr lang="ko-KR" altLang="en-US" sz="800" dirty="0" err="1">
                <a:hlinkClick r:id="rId5"/>
              </a:rPr>
              <a:t>파이낸셜뉴스</a:t>
            </a:r>
            <a:endParaRPr lang="en-US" sz="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176435"/>
            <a:ext cx="8138160" cy="5067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1월부로 AI 전략·데이터분석·RPA 조직을 통합한 '</a:t>
            </a: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AI데이터부문</a:t>
            </a: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 </a:t>
            </a: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</a:t>
            </a:r>
            <a:endParaRPr lang="en-US" sz="13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3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블록체인팀은</a:t>
            </a:r>
            <a:r>
              <a:rPr lang="en-US" sz="13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디지털자산팀으로 확대 개편하여 스테이블코인 등 디지털자산 대응 전담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4846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요약:  DX → AX  |  은행권 최초 생성형 AI 상품추천  |  AI데이터부문 신설 조직개편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549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집중 사업 — 프로젝트 NEO &amp; 포용금융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78308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475487" y="1280160"/>
            <a:ext cx="2840085" cy="274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75487" y="1280160"/>
            <a:ext cx="284008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차세대 시스템 — 프로젝트 NEO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15572" y="1280160"/>
            <a:ext cx="54626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2025.12.29  |  </a:t>
            </a:r>
            <a:r>
              <a:rPr lang="en-US" sz="8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아시아경제</a:t>
            </a:r>
            <a:r>
              <a:rPr lang="en-US" sz="8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800" dirty="0">
                <a:hlinkClick r:id="rId3"/>
              </a:rPr>
              <a:t>LG CNS, NH</a:t>
            </a:r>
            <a:r>
              <a:rPr lang="ko-KR" altLang="en-US" sz="800" dirty="0">
                <a:hlinkClick r:id="rId3"/>
              </a:rPr>
              <a:t>농협은행 차세대 시스템 구축 계약</a:t>
            </a:r>
            <a:r>
              <a:rPr lang="en-US" altLang="ko-KR" sz="800" dirty="0">
                <a:hlinkClick r:id="rId3"/>
              </a:rPr>
              <a:t>…</a:t>
            </a:r>
            <a:r>
              <a:rPr lang="ko-KR" altLang="en-US" sz="800" dirty="0">
                <a:hlinkClick r:id="rId3"/>
              </a:rPr>
              <a:t>금융권 최대</a:t>
            </a:r>
            <a:endParaRPr lang="ko-KR" altLang="en-US" sz="800" dirty="0">
              <a:solidFill>
                <a:srgbClr val="607D8B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1875280"/>
            <a:ext cx="8138160" cy="9342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CNS와 차세대 시스템(프로젝트 NEO) 구축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체결</a:t>
            </a:r>
            <a:endParaRPr lang="en-US" sz="135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금융권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차세대 사업 중 단일 계약 기준 최대 규모(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수천억원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금융거래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업무 단위별로 분리해 독립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비대면 전용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코어뱅킹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3127248"/>
            <a:ext cx="84124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3127248"/>
            <a:ext cx="64008" cy="1481328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75488" y="3172968"/>
            <a:ext cx="1506875" cy="2743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5488" y="3172968"/>
            <a:ext cx="15068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포용금융 확대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82363" y="3172968"/>
            <a:ext cx="679587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chemeClr val="accent6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2025.09.26  |  </a:t>
            </a:r>
            <a:r>
              <a:rPr lang="en-US" sz="800" dirty="0" err="1">
                <a:solidFill>
                  <a:schemeClr val="accent6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아시아투데이</a:t>
            </a:r>
            <a:r>
              <a:rPr lang="en-US" sz="800" dirty="0">
                <a:solidFill>
                  <a:schemeClr val="accent6">
                    <a:lumMod val="50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800" dirty="0">
                <a:hlinkClick r:id="rId4"/>
              </a:rPr>
              <a:t>[2025 </a:t>
            </a:r>
            <a:r>
              <a:rPr lang="ko-KR" altLang="en-US" sz="800" dirty="0">
                <a:hlinkClick r:id="rId4"/>
              </a:rPr>
              <a:t>금융대상</a:t>
            </a:r>
            <a:r>
              <a:rPr lang="en-US" altLang="ko-KR" sz="800" dirty="0">
                <a:hlinkClick r:id="rId4"/>
              </a:rPr>
              <a:t>] NH</a:t>
            </a:r>
            <a:r>
              <a:rPr lang="ko-KR" altLang="en-US" sz="800" dirty="0">
                <a:hlinkClick r:id="rId4"/>
              </a:rPr>
              <a:t>농협은행</a:t>
            </a:r>
            <a:r>
              <a:rPr lang="en-US" altLang="ko-KR" sz="800" dirty="0">
                <a:hlinkClick r:id="rId4"/>
              </a:rPr>
              <a:t>, </a:t>
            </a:r>
            <a:r>
              <a:rPr lang="ko-KR" altLang="en-US" sz="800" dirty="0">
                <a:hlinkClick r:id="rId4"/>
              </a:rPr>
              <a:t>서민과 농촌 아우르는 포용금융 실천 </a:t>
            </a:r>
            <a:r>
              <a:rPr lang="en-US" altLang="ko-KR" sz="800" dirty="0">
                <a:hlinkClick r:id="rId4"/>
              </a:rPr>
              <a:t>- </a:t>
            </a:r>
            <a:r>
              <a:rPr lang="ko-KR" altLang="en-US" sz="800" dirty="0" err="1">
                <a:hlinkClick r:id="rId4"/>
              </a:rPr>
              <a:t>아시아투데이</a:t>
            </a:r>
            <a:endParaRPr lang="ko-KR" altLang="en-US" sz="8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3765042"/>
            <a:ext cx="8412480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'NH새희망홀씨대출' 2025년 상반기 5,500억원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- 5대 은행 중 목표 달성률 1위 (2020년 이후 5년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0" indent="0" algn="l">
              <a:buNone/>
            </a:pP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NH더든든밥심예금Ⅱ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 조기 완판, 가입 실적 기반 취약계층에 쌀 100톤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기부</a:t>
            </a:r>
            <a:r>
              <a:rPr lang="en-US" sz="135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5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연계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4727448"/>
            <a:ext cx="8412480" cy="256032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47274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요약:  금융권 최대 차세대 IT 투자  |  5년 연속 서민금융 목표달성 1위  |  상품-사회공헌 연계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3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3200" b="1" dirty="0" err="1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</a:t>
            </a:r>
            <a:r>
              <a:rPr lang="en-US" sz="3200" b="1" dirty="0">
                <a:solidFill>
                  <a:schemeClr val="accent4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3200" dirty="0">
              <a:solidFill>
                <a:schemeClr val="accent4"/>
              </a:solidFill>
              <a:highlight>
                <a:srgbClr val="FFFF0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15567"/>
            <a:ext cx="8412480" cy="4571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0.41%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전년(0.43%) 대비 -0.02%p 하락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227832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7.08%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27832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27832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전년(7.38%) 대비 -0.30%p 하락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89904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1.67%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89904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89904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전년(1.88%) 대비 -0.21%p 하락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36220" y="2493164"/>
            <a:ext cx="2991612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8,158억원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당기순이익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전년(1조 7,619억) 대비 +539억 증가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227832" y="2493164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4,387억원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27832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농업지원사업비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27832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전년(3,702억) 대비 +685억 증가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971032" y="2493164"/>
            <a:ext cx="2997708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7조 3,511억원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089904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순이자손익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9904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전년(7조 5,620억) 대비 -2,109억 감소</a:t>
            </a:r>
            <a:endParaRPr lang="en-US" sz="10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8542186F-A4CF-E498-6D1A-B7ECDFBD0F6C}"/>
              </a:ext>
            </a:extLst>
          </p:cNvPr>
          <p:cNvSpPr/>
          <p:nvPr/>
        </p:nvSpPr>
        <p:spPr>
          <a:xfrm>
            <a:off x="91440" y="3732270"/>
            <a:ext cx="8877300" cy="134416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E3B1DA02-4DE3-213D-C9D6-C056B916E950}"/>
              </a:ext>
            </a:extLst>
          </p:cNvPr>
          <p:cNvSpPr/>
          <p:nvPr/>
        </p:nvSpPr>
        <p:spPr>
          <a:xfrm>
            <a:off x="365760" y="3774370"/>
            <a:ext cx="4621696" cy="2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</a:t>
            </a:r>
            <a:r>
              <a:rPr lang="en-US" sz="14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14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</a:t>
            </a:r>
            <a:endParaRPr lang="en-US" sz="14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30DADC4F-37A0-39C4-B4B3-88AAEAA28834}"/>
              </a:ext>
            </a:extLst>
          </p:cNvPr>
          <p:cNvSpPr/>
          <p:nvPr/>
        </p:nvSpPr>
        <p:spPr>
          <a:xfrm>
            <a:off x="91440" y="4020591"/>
            <a:ext cx="9052560" cy="1055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-0.02%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</a:t>
            </a:r>
            <a:r>
              <a:rPr lang="en-US" altLang="ko-KR" sz="1200" dirty="0">
                <a:solidFill>
                  <a:srgbClr val="37474F"/>
                </a:solidFill>
              </a:rPr>
              <a:t>, 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ROE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-0.30%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동반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NIM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0.21% </a:t>
            </a:r>
            <a:r>
              <a:rPr lang="ko-KR" alt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하락으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이자마진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축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</a:t>
            </a:r>
            <a:endParaRPr lang="en-US" sz="1200" dirty="0">
              <a:solidFill>
                <a:srgbClr val="37474F"/>
              </a:solidFill>
            </a:endParaRPr>
          </a:p>
          <a:p>
            <a:pPr marL="0" indent="0" algn="l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당기순이익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3.1%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소폭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농업지원사업비가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순이익의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상당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부분을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잠식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부담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</a:t>
            </a:r>
            <a:endParaRPr lang="en-US" sz="1200" dirty="0">
              <a:solidFill>
                <a:srgbClr val="37474F"/>
              </a:solidFill>
            </a:endParaRPr>
          </a:p>
          <a:p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순이자손익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2,109억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</a:t>
            </a:r>
            <a:endParaRPr lang="en-US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200" b="1" dirty="0">
                <a:solidFill>
                  <a:srgbClr val="37474F"/>
                </a:solidFill>
              </a:rPr>
              <a:t>NIM </a:t>
            </a:r>
            <a:r>
              <a:rPr lang="ko-KR" altLang="en-US" sz="1200" b="1" dirty="0">
                <a:solidFill>
                  <a:srgbClr val="37474F"/>
                </a:solidFill>
              </a:rPr>
              <a:t>하락</a:t>
            </a:r>
            <a:r>
              <a:rPr lang="en-US" altLang="ko-KR" sz="1200" b="1" dirty="0">
                <a:solidFill>
                  <a:srgbClr val="37474F"/>
                </a:solidFill>
              </a:rPr>
              <a:t>, </a:t>
            </a:r>
            <a:r>
              <a:rPr lang="ko-KR" altLang="en-US" sz="1200" b="1" dirty="0">
                <a:solidFill>
                  <a:srgbClr val="37474F"/>
                </a:solidFill>
              </a:rPr>
              <a:t>이자비용 절감 효과 미미로 이자 수익성 둔화 지속</a:t>
            </a:r>
            <a:endParaRPr lang="en-US" sz="1200" b="1" dirty="0">
              <a:solidFill>
                <a:srgbClr val="37474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42D2AC-1A0C-BF20-7C6E-151EAA1448FC}"/>
              </a:ext>
            </a:extLst>
          </p:cNvPr>
          <p:cNvSpPr txBox="1"/>
          <p:nvPr/>
        </p:nvSpPr>
        <p:spPr>
          <a:xfrm>
            <a:off x="3603796" y="133588"/>
            <a:ext cx="49722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: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NH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농협은행 공식 홈페이지 경영공시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2025 NH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농협은행 현황 보고서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분기</a:t>
            </a:r>
          </a:p>
          <a:p>
            <a:pPr fontAlgn="base" latinLnBrk="1"/>
            <a:r>
              <a:rPr lang="en-US" altLang="ko-KR" sz="900" u="sng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https://www.nhbank.com/goSubPage.do?srchGb=KO_NHIR_02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#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요약포괄손익계산서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(p.46)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5479-4894-209E-90AA-D5E14539A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E574ECF-45EB-0682-99EF-4A5261FA40C8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E14D7A-13DD-EFBC-B573-EFEE0B3EFFEF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D3F508B-95BA-1DAE-166C-E9A7F8D84537}"/>
              </a:ext>
            </a:extLst>
          </p:cNvPr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3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ko-KR" altLang="en-US" sz="32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</a:t>
            </a:r>
            <a:r>
              <a:rPr lang="en-US" sz="32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11FAE6-BC50-EA20-8C94-AC504822F732}"/>
              </a:ext>
            </a:extLst>
          </p:cNvPr>
          <p:cNvSpPr/>
          <p:nvPr/>
        </p:nvSpPr>
        <p:spPr>
          <a:xfrm>
            <a:off x="365760" y="1115567"/>
            <a:ext cx="8412480" cy="4571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CA7CCCF-1E20-D077-EA2E-9D2AAD1B6E43}"/>
              </a:ext>
            </a:extLst>
          </p:cNvPr>
          <p:cNvSpPr/>
          <p:nvPr/>
        </p:nvSpPr>
        <p:spPr>
          <a:xfrm>
            <a:off x="365760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33FCADC-AEA2-4FBB-5162-F8461C9B65D6}"/>
              </a:ext>
            </a:extLst>
          </p:cNvPr>
          <p:cNvSpPr/>
          <p:nvPr/>
        </p:nvSpPr>
        <p:spPr>
          <a:xfrm>
            <a:off x="365760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18.27%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41D6EB-0755-EFFC-22E0-A645A298A141}"/>
              </a:ext>
            </a:extLst>
          </p:cNvPr>
          <p:cNvSpPr/>
          <p:nvPr/>
        </p:nvSpPr>
        <p:spPr>
          <a:xfrm>
            <a:off x="365760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BIS </a:t>
            </a: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비율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A75BB4-E7B0-13DB-11F8-2C64345EBAE5}"/>
              </a:ext>
            </a:extLst>
          </p:cNvPr>
          <p:cNvSpPr/>
          <p:nvPr/>
        </p:nvSpPr>
        <p:spPr>
          <a:xfrm>
            <a:off x="365760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88D3D1A-396C-779E-E2EF-EDB8CB67D279}"/>
              </a:ext>
            </a:extLst>
          </p:cNvPr>
          <p:cNvSpPr/>
          <p:nvPr/>
        </p:nvSpPr>
        <p:spPr>
          <a:xfrm>
            <a:off x="3227832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803D5AE-A095-BA08-DD90-C80782574FCB}"/>
              </a:ext>
            </a:extLst>
          </p:cNvPr>
          <p:cNvSpPr/>
          <p:nvPr/>
        </p:nvSpPr>
        <p:spPr>
          <a:xfrm>
            <a:off x="3227832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0.49%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A80542D-ACCA-E7D9-4212-388D6B974814}"/>
              </a:ext>
            </a:extLst>
          </p:cNvPr>
          <p:cNvSpPr/>
          <p:nvPr/>
        </p:nvSpPr>
        <p:spPr>
          <a:xfrm>
            <a:off x="3227832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NPL </a:t>
            </a: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비율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5729E5C-924E-CD35-034E-21156B7C7C19}"/>
              </a:ext>
            </a:extLst>
          </p:cNvPr>
          <p:cNvSpPr/>
          <p:nvPr/>
        </p:nvSpPr>
        <p:spPr>
          <a:xfrm>
            <a:off x="3227832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(0.51%) 대비 -0.02%p 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31DE148-A9FC-CC5C-C2F4-05E426AC8854}"/>
              </a:ext>
            </a:extLst>
          </p:cNvPr>
          <p:cNvSpPr/>
          <p:nvPr/>
        </p:nvSpPr>
        <p:spPr>
          <a:xfrm>
            <a:off x="6089904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3918361-7943-3F5E-613E-B0B01CC1352C}"/>
              </a:ext>
            </a:extLst>
          </p:cNvPr>
          <p:cNvSpPr/>
          <p:nvPr/>
        </p:nvSpPr>
        <p:spPr>
          <a:xfrm>
            <a:off x="6089904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C1CB27C-5D8B-FF5E-21A0-66EFF98931BD}"/>
              </a:ext>
            </a:extLst>
          </p:cNvPr>
          <p:cNvSpPr/>
          <p:nvPr/>
        </p:nvSpPr>
        <p:spPr>
          <a:xfrm>
            <a:off x="6089904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/>
              <a:t>신용등급 </a:t>
            </a:r>
            <a:r>
              <a:rPr lang="en-US" altLang="ko-KR" sz="1300" b="1" dirty="0"/>
              <a:t>(KIS)</a:t>
            </a:r>
            <a:endParaRPr lang="en-US" sz="1300" b="1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2BA1B70-0E7D-296A-E790-F29C246F9DB6}"/>
              </a:ext>
            </a:extLst>
          </p:cNvPr>
          <p:cNvSpPr/>
          <p:nvPr/>
        </p:nvSpPr>
        <p:spPr>
          <a:xfrm>
            <a:off x="6089904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Moody's Aa3 / 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S&amp;P A+ 3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년 연속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DBDA2BF1-D29E-20F1-8FE2-4526CA122118}"/>
              </a:ext>
            </a:extLst>
          </p:cNvPr>
          <p:cNvSpPr/>
          <p:nvPr/>
        </p:nvSpPr>
        <p:spPr>
          <a:xfrm>
            <a:off x="365760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FCD5740-2C20-9757-3A63-E2133572C50E}"/>
              </a:ext>
            </a:extLst>
          </p:cNvPr>
          <p:cNvSpPr/>
          <p:nvPr/>
        </p:nvSpPr>
        <p:spPr>
          <a:xfrm>
            <a:off x="236220" y="2493164"/>
            <a:ext cx="2991612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0.49%</a:t>
            </a:r>
            <a:endParaRPr lang="en-US" sz="3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94D93E6-0ECC-0C02-B32C-2DA593CDBE55}"/>
              </a:ext>
            </a:extLst>
          </p:cNvPr>
          <p:cNvSpPr/>
          <p:nvPr/>
        </p:nvSpPr>
        <p:spPr>
          <a:xfrm>
            <a:off x="365760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원화대출 </a:t>
            </a:r>
            <a:r>
              <a:rPr lang="ko-KR" alt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연체율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E68724E-1881-E556-7825-1A8269D20E51}"/>
              </a:ext>
            </a:extLst>
          </p:cNvPr>
          <p:cNvSpPr/>
          <p:nvPr/>
        </p:nvSpPr>
        <p:spPr>
          <a:xfrm>
            <a:off x="365760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(0.56%)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-0.07%p 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3283C77-F2E1-FAC6-7606-33C67E4FE207}"/>
              </a:ext>
            </a:extLst>
          </p:cNvPr>
          <p:cNvSpPr/>
          <p:nvPr/>
        </p:nvSpPr>
        <p:spPr>
          <a:xfrm>
            <a:off x="3227832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3BD52FA-1196-2096-8479-F36A6916D243}"/>
              </a:ext>
            </a:extLst>
          </p:cNvPr>
          <p:cNvSpPr/>
          <p:nvPr/>
        </p:nvSpPr>
        <p:spPr>
          <a:xfrm>
            <a:off x="3227832" y="2493164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190.91%</a:t>
            </a:r>
            <a:endParaRPr lang="en-US" sz="3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7555F37-8184-FC44-B092-8A52C29F5325}"/>
              </a:ext>
            </a:extLst>
          </p:cNvPr>
          <p:cNvSpPr/>
          <p:nvPr/>
        </p:nvSpPr>
        <p:spPr>
          <a:xfrm>
            <a:off x="3227832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대손충당금적립률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A0C62FD-0C43-6189-5DE0-2E5188700691}"/>
              </a:ext>
            </a:extLst>
          </p:cNvPr>
          <p:cNvSpPr/>
          <p:nvPr/>
        </p:nvSpPr>
        <p:spPr>
          <a:xfrm>
            <a:off x="3227832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(214.51%)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-23.60%p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qusehd</a:t>
            </a:r>
            <a:endParaRPr lang="en-US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ADDB99AE-E76A-ACF9-365C-885D97C96E17}"/>
              </a:ext>
            </a:extLst>
          </p:cNvPr>
          <p:cNvSpPr/>
          <p:nvPr/>
        </p:nvSpPr>
        <p:spPr>
          <a:xfrm>
            <a:off x="6089904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D841F0C-3564-EC07-06C3-786796C6AD37}"/>
              </a:ext>
            </a:extLst>
          </p:cNvPr>
          <p:cNvSpPr/>
          <p:nvPr/>
        </p:nvSpPr>
        <p:spPr>
          <a:xfrm>
            <a:off x="5971032" y="2493164"/>
            <a:ext cx="2997708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334.3</a:t>
            </a:r>
            <a:r>
              <a:rPr lang="ko-KR" alt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조원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4A4EB37-E53E-AEC7-643D-C5B1408CF3C7}"/>
              </a:ext>
            </a:extLst>
          </p:cNvPr>
          <p:cNvSpPr/>
          <p:nvPr/>
        </p:nvSpPr>
        <p:spPr>
          <a:xfrm>
            <a:off x="6089904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총여신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B28CE1F-231D-7158-A51E-91C4641B0022}"/>
              </a:ext>
            </a:extLst>
          </p:cNvPr>
          <p:cNvSpPr/>
          <p:nvPr/>
        </p:nvSpPr>
        <p:spPr>
          <a:xfrm>
            <a:off x="6089904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(317.0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+17.3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sz="10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6C933C2F-9B5A-1C5F-2798-22C750D812EB}"/>
              </a:ext>
            </a:extLst>
          </p:cNvPr>
          <p:cNvSpPr/>
          <p:nvPr/>
        </p:nvSpPr>
        <p:spPr>
          <a:xfrm>
            <a:off x="91440" y="3732270"/>
            <a:ext cx="8877300" cy="134416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491722BF-67CF-3684-9105-E4FB04807EBC}"/>
              </a:ext>
            </a:extLst>
          </p:cNvPr>
          <p:cNvSpPr/>
          <p:nvPr/>
        </p:nvSpPr>
        <p:spPr>
          <a:xfrm>
            <a:off x="365760" y="3774370"/>
            <a:ext cx="4621696" cy="2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</a:t>
            </a: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건전성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14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</a:t>
            </a:r>
            <a:endParaRPr lang="en-US" sz="14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00ADB743-B557-C26A-632C-43F551DDE376}"/>
              </a:ext>
            </a:extLst>
          </p:cNvPr>
          <p:cNvSpPr/>
          <p:nvPr/>
        </p:nvSpPr>
        <p:spPr>
          <a:xfrm>
            <a:off x="91440" y="4022591"/>
            <a:ext cx="8877300" cy="105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NPL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-0.02%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원화대출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연체율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0.49%로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건전성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향상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총여신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+17.3조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altLang="ko-KR" sz="1200" dirty="0">
              <a:solidFill>
                <a:srgbClr val="37474F"/>
              </a:solidFill>
            </a:endParaRPr>
          </a:p>
          <a:p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BIS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18.27%로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자본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대손충당금적립률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190.91%로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충분한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손실흡수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완충력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Moody's Aa3, S&amp;P A+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신용등급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3년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확고</a:t>
            </a:r>
            <a:endParaRPr lang="en-US" altLang="ko-KR" sz="12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49AC93-9B26-9B9A-4DDE-9BB680AE29E2}"/>
              </a:ext>
            </a:extLst>
          </p:cNvPr>
          <p:cNvSpPr txBox="1"/>
          <p:nvPr/>
        </p:nvSpPr>
        <p:spPr>
          <a:xfrm>
            <a:off x="3603796" y="133588"/>
            <a:ext cx="554020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: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NH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농협은행 공식 홈페이지 경영공시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2025 NH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농협은행 현황 보고서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분기</a:t>
            </a:r>
          </a:p>
          <a:p>
            <a:pPr fontAlgn="base" latinLnBrk="1"/>
            <a:r>
              <a:rPr lang="en-US" altLang="ko-KR" sz="900" u="sng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https://www.nhbank.com/goSubPage.do?srchGb=KO_NHIR_02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#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건전성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(p.22~23) /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신용평가등급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(p.45)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fontAlgn="base" latinLnBrk="1"/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3873436-95BA-5517-DC62-F7B1FC6EF864}"/>
              </a:ext>
            </a:extLst>
          </p:cNvPr>
          <p:cNvSpPr/>
          <p:nvPr/>
        </p:nvSpPr>
        <p:spPr>
          <a:xfrm>
            <a:off x="425196" y="214350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단계적이행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단순기본자본비율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5.20%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2700173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F8F79-AFDB-A593-0A61-059FC419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527244-CD02-84BA-4D11-D9D35681529A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1B948C-0CA8-31BF-DE1B-FC41AE62DC6C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DB62C2A-79E6-6584-C490-FCE7B0E71FFC}"/>
              </a:ext>
            </a:extLst>
          </p:cNvPr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3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ko-KR" altLang="en-US" sz="32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sz="32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 </a:t>
            </a:r>
            <a:endParaRPr lang="en-US" sz="3200" dirty="0">
              <a:solidFill>
                <a:schemeClr val="accent4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370AC3D-D225-AEC7-4775-5CA337A012FA}"/>
              </a:ext>
            </a:extLst>
          </p:cNvPr>
          <p:cNvSpPr/>
          <p:nvPr/>
        </p:nvSpPr>
        <p:spPr>
          <a:xfrm>
            <a:off x="365760" y="1115567"/>
            <a:ext cx="8412480" cy="4571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DC0F93-E274-3CE7-8AD5-98A702943858}"/>
              </a:ext>
            </a:extLst>
          </p:cNvPr>
          <p:cNvSpPr/>
          <p:nvPr/>
        </p:nvSpPr>
        <p:spPr>
          <a:xfrm>
            <a:off x="365760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208D05-A552-0D49-65D6-0F2240EBD15D}"/>
              </a:ext>
            </a:extLst>
          </p:cNvPr>
          <p:cNvSpPr/>
          <p:nvPr/>
        </p:nvSpPr>
        <p:spPr>
          <a:xfrm>
            <a:off x="365760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438.2</a:t>
            </a:r>
            <a:r>
              <a:rPr lang="ko-KR" alt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조원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4C8F933-0930-DAC6-D0F5-749B121BAA86}"/>
              </a:ext>
            </a:extLst>
          </p:cNvPr>
          <p:cNvSpPr/>
          <p:nvPr/>
        </p:nvSpPr>
        <p:spPr>
          <a:xfrm>
            <a:off x="365760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총자산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B3C647-BAB0-73E1-DF8D-6FC8CAF31759}"/>
              </a:ext>
            </a:extLst>
          </p:cNvPr>
          <p:cNvSpPr/>
          <p:nvPr/>
        </p:nvSpPr>
        <p:spPr>
          <a:xfrm>
            <a:off x="365760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1406022-3910-BBBC-E591-D6E8EC265E9D}"/>
              </a:ext>
            </a:extLst>
          </p:cNvPr>
          <p:cNvSpPr/>
          <p:nvPr/>
        </p:nvSpPr>
        <p:spPr>
          <a:xfrm>
            <a:off x="3227832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1D10198-25F1-8BD6-7C2B-D4CD5238C559}"/>
              </a:ext>
            </a:extLst>
          </p:cNvPr>
          <p:cNvSpPr/>
          <p:nvPr/>
        </p:nvSpPr>
        <p:spPr>
          <a:xfrm>
            <a:off x="3227832" y="1266250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E47313B-F258-05D5-FBB1-8E09340A250F}"/>
              </a:ext>
            </a:extLst>
          </p:cNvPr>
          <p:cNvSpPr/>
          <p:nvPr/>
        </p:nvSpPr>
        <p:spPr>
          <a:xfrm>
            <a:off x="3227832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원화대출 증가율</a:t>
            </a:r>
            <a:endParaRPr lang="en-US" sz="13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2062E87-744B-0A9F-CEE2-7336FE20BDBC}"/>
              </a:ext>
            </a:extLst>
          </p:cNvPr>
          <p:cNvSpPr/>
          <p:nvPr/>
        </p:nvSpPr>
        <p:spPr>
          <a:xfrm>
            <a:off x="3227832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(298.6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+15.7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증가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27FE169-38F6-F727-4B8E-4AD7FB4764D2}"/>
              </a:ext>
            </a:extLst>
          </p:cNvPr>
          <p:cNvSpPr/>
          <p:nvPr/>
        </p:nvSpPr>
        <p:spPr>
          <a:xfrm>
            <a:off x="6089904" y="123444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15DAEB-3C7B-8413-6686-15C623838CE0}"/>
              </a:ext>
            </a:extLst>
          </p:cNvPr>
          <p:cNvSpPr/>
          <p:nvPr/>
        </p:nvSpPr>
        <p:spPr>
          <a:xfrm>
            <a:off x="5971032" y="1266250"/>
            <a:ext cx="2997708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ko-KR" alt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 </a:t>
            </a:r>
            <a:r>
              <a:rPr lang="en-US" altLang="ko-KR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8,158</a:t>
            </a:r>
            <a:r>
              <a:rPr lang="ko-KR" alt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억원</a:t>
            </a:r>
            <a:endParaRPr lang="en-US" sz="3400" dirty="0">
              <a:solidFill>
                <a:srgbClr val="2E7D32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BDF060-1ED2-88C3-A924-08FC06B472B5}"/>
              </a:ext>
            </a:extLst>
          </p:cNvPr>
          <p:cNvSpPr/>
          <p:nvPr/>
        </p:nvSpPr>
        <p:spPr>
          <a:xfrm>
            <a:off x="6089904" y="1906330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/>
              <a:t>당기순이익</a:t>
            </a:r>
            <a:endParaRPr lang="en-US" sz="1300" b="1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000B9CE-3F84-3E4D-FFF1-354F9209EAF7}"/>
              </a:ext>
            </a:extLst>
          </p:cNvPr>
          <p:cNvSpPr/>
          <p:nvPr/>
        </p:nvSpPr>
        <p:spPr>
          <a:xfrm>
            <a:off x="6089904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전년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(1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조 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7,619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억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) 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대비 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+539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</a:rPr>
              <a:t>억 증가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(+3.1%)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8A8E0EB-9AC4-AF4A-0E56-766712380FA7}"/>
              </a:ext>
            </a:extLst>
          </p:cNvPr>
          <p:cNvSpPr/>
          <p:nvPr/>
        </p:nvSpPr>
        <p:spPr>
          <a:xfrm>
            <a:off x="365760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B06A312-52A1-6674-AA3F-5489C9C703EB}"/>
              </a:ext>
            </a:extLst>
          </p:cNvPr>
          <p:cNvSpPr/>
          <p:nvPr/>
        </p:nvSpPr>
        <p:spPr>
          <a:xfrm>
            <a:off x="236220" y="2493164"/>
            <a:ext cx="2991612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337.5</a:t>
            </a:r>
            <a:r>
              <a:rPr lang="ko-KR" alt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조원</a:t>
            </a:r>
            <a:endParaRPr lang="en-US" sz="3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85E7D9-F13D-9B6F-EDA5-43EDADDA6F7A}"/>
              </a:ext>
            </a:extLst>
          </p:cNvPr>
          <p:cNvSpPr/>
          <p:nvPr/>
        </p:nvSpPr>
        <p:spPr>
          <a:xfrm>
            <a:off x="365760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예수금</a:t>
            </a:r>
            <a:endParaRPr lang="en-US" sz="13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BAA992C-2CEC-FE0F-BC74-8CEC593FF584}"/>
              </a:ext>
            </a:extLst>
          </p:cNvPr>
          <p:cNvSpPr/>
          <p:nvPr/>
        </p:nvSpPr>
        <p:spPr>
          <a:xfrm>
            <a:off x="365760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(322.2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+15.3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증가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(+4.8%)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0D32C98-2615-CF3A-B50D-37F08D33E3A4}"/>
              </a:ext>
            </a:extLst>
          </p:cNvPr>
          <p:cNvSpPr/>
          <p:nvPr/>
        </p:nvSpPr>
        <p:spPr>
          <a:xfrm>
            <a:off x="3227832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89F8FE-6D53-296E-136E-1B41729D7297}"/>
              </a:ext>
            </a:extLst>
          </p:cNvPr>
          <p:cNvSpPr/>
          <p:nvPr/>
        </p:nvSpPr>
        <p:spPr>
          <a:xfrm>
            <a:off x="3227832" y="2493164"/>
            <a:ext cx="2743200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334.3</a:t>
            </a:r>
            <a:r>
              <a:rPr lang="ko-KR" altLang="en-US" sz="3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조원</a:t>
            </a:r>
            <a:endParaRPr lang="en-US" sz="3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0EC9EF3-F2AE-EE49-1D0E-82A7C20739C3}"/>
              </a:ext>
            </a:extLst>
          </p:cNvPr>
          <p:cNvSpPr/>
          <p:nvPr/>
        </p:nvSpPr>
        <p:spPr>
          <a:xfrm>
            <a:off x="3227832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총여신</a:t>
            </a:r>
            <a:endParaRPr lang="en-US" sz="13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69687D99-B6D4-ED31-DE18-70BD3D634A72}"/>
              </a:ext>
            </a:extLst>
          </p:cNvPr>
          <p:cNvSpPr/>
          <p:nvPr/>
        </p:nvSpPr>
        <p:spPr>
          <a:xfrm>
            <a:off x="3227832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(317.0조) </a:t>
            </a:r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+17.3조 </a:t>
            </a:r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(+5.5%)</a:t>
            </a:r>
            <a:endParaRPr lang="en-US" altLang="ko-KR" sz="10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7964115-CC52-BB97-7E95-E5AC83835BBB}"/>
              </a:ext>
            </a:extLst>
          </p:cNvPr>
          <p:cNvSpPr/>
          <p:nvPr/>
        </p:nvSpPr>
        <p:spPr>
          <a:xfrm>
            <a:off x="6089904" y="2468970"/>
            <a:ext cx="2743200" cy="11658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CAD4725-73F7-A17D-AB0E-70D1F0FFA109}"/>
              </a:ext>
            </a:extLst>
          </p:cNvPr>
          <p:cNvSpPr/>
          <p:nvPr/>
        </p:nvSpPr>
        <p:spPr>
          <a:xfrm>
            <a:off x="5971032" y="2493164"/>
            <a:ext cx="2997708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4.8%</a:t>
            </a: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96C2B71-39DD-E6FF-86E4-EC165166F9AF}"/>
              </a:ext>
            </a:extLst>
          </p:cNvPr>
          <p:cNvSpPr/>
          <p:nvPr/>
        </p:nvSpPr>
        <p:spPr>
          <a:xfrm>
            <a:off x="6089904" y="3133243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3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</a:rPr>
              <a:t>원화대출 증가율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6867C3E-D643-C122-510F-469F7D1CF5B5}"/>
              </a:ext>
            </a:extLst>
          </p:cNvPr>
          <p:cNvSpPr/>
          <p:nvPr/>
        </p:nvSpPr>
        <p:spPr>
          <a:xfrm>
            <a:off x="6089904" y="3379464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예수금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증가율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altLang="ko-KR" sz="10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9BBD5F49-B2FF-4A4F-B391-8A206A28FB9B}"/>
              </a:ext>
            </a:extLst>
          </p:cNvPr>
          <p:cNvSpPr/>
          <p:nvPr/>
        </p:nvSpPr>
        <p:spPr>
          <a:xfrm>
            <a:off x="91440" y="3732270"/>
            <a:ext cx="8877300" cy="134416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91CE07C5-6704-D509-AEEA-DC9BEF6EACD0}"/>
              </a:ext>
            </a:extLst>
          </p:cNvPr>
          <p:cNvSpPr/>
          <p:nvPr/>
        </p:nvSpPr>
        <p:spPr>
          <a:xfrm>
            <a:off x="365760" y="3774370"/>
            <a:ext cx="4621696" cy="289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</a:t>
            </a: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성장성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14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</a:t>
            </a:r>
            <a:endParaRPr lang="en-US" sz="14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A0C2646A-41F5-4701-41CD-B0C8333EFE74}"/>
              </a:ext>
            </a:extLst>
          </p:cNvPr>
          <p:cNvSpPr/>
          <p:nvPr/>
        </p:nvSpPr>
        <p:spPr>
          <a:xfrm>
            <a:off x="91440" y="4022591"/>
            <a:ext cx="9052560" cy="1053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총자산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+6.2%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원화대출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+5.3%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(+5.2%)·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(+5.9%)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균형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</a:t>
            </a:r>
            <a:endParaRPr lang="en-US" altLang="ko-KR" sz="1200" dirty="0">
              <a:solidFill>
                <a:srgbClr val="37474F"/>
              </a:solidFill>
            </a:endParaRPr>
          </a:p>
          <a:p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예수금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+4.8% 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총여신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+5.5% </a:t>
            </a:r>
            <a:r>
              <a:rPr lang="ko-KR" alt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증가로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수신·여신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총수신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380.8조원으로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+4.8%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endParaRPr lang="en-US" altLang="ko-KR" sz="1200" dirty="0">
              <a:solidFill>
                <a:srgbClr val="37474F"/>
              </a:solidFill>
            </a:endParaRPr>
          </a:p>
          <a:p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당기순이익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+3.1% </a:t>
            </a:r>
            <a:r>
              <a:rPr lang="en-US" altLang="ko-KR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</a:p>
          <a:p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총자산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+6.2%)에 </a:t>
            </a:r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비해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이익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(+3.1%) </a:t>
            </a:r>
            <a:r>
              <a:rPr lang="en-US" altLang="ko-KR" sz="12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상대적으로</a:t>
            </a:r>
            <a:r>
              <a:rPr lang="en-US" altLang="ko-KR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낮</a:t>
            </a:r>
            <a:r>
              <a:rPr lang="ko-KR" altLang="en-US" sz="1200" b="1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</a:t>
            </a:r>
            <a:endParaRPr lang="en-US" altLang="ko-KR" sz="1200" b="1" dirty="0">
              <a:solidFill>
                <a:srgbClr val="37474F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665972-7EAD-EDBC-708C-07FED3B10E08}"/>
              </a:ext>
            </a:extLst>
          </p:cNvPr>
          <p:cNvSpPr txBox="1"/>
          <p:nvPr/>
        </p:nvSpPr>
        <p:spPr>
          <a:xfrm>
            <a:off x="3603796" y="133588"/>
            <a:ext cx="5540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 latinLnBrk="1"/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: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NH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농협은행 공식 홈페이지 경영공시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2025 NH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농협은행 현황 보고서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분기</a:t>
            </a:r>
          </a:p>
          <a:p>
            <a:pPr fontAlgn="base" latinLnBrk="1"/>
            <a:r>
              <a:rPr lang="en-US" altLang="ko-KR" sz="900" u="sng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https://www.nhbank.com/goSubPage.do?srchGb=KO_NHIR_02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hlinkClick r:id="rId2"/>
              </a:rPr>
              <a:t>#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요약재무상태표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(p.45) / </a:t>
            </a:r>
            <a:r>
              <a:rPr lang="en-US" altLang="ko-KR" sz="9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영업규모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(p.44~45)</a:t>
            </a:r>
            <a:endParaRPr lang="en-US" altLang="ko-KR" sz="9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DF2AD8C-6005-6A1E-06FF-4CC628E8D6D5}"/>
              </a:ext>
            </a:extLst>
          </p:cNvPr>
          <p:cNvSpPr/>
          <p:nvPr/>
        </p:nvSpPr>
        <p:spPr>
          <a:xfrm>
            <a:off x="365760" y="2135217"/>
            <a:ext cx="274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(412.8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0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+25.4</a:t>
            </a:r>
            <a:r>
              <a:rPr lang="ko-KR" altLang="en-US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 증가</a:t>
            </a:r>
            <a:r>
              <a:rPr lang="en-US" altLang="ko-KR" sz="10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(+6.2%)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03418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42619-522C-CD79-5EAC-3C0E62831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874966-DCC1-3B02-1E20-8AB5C0EEF508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99A698-BBED-6BFB-70EC-AC2E608566FF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F40F0B-AD3A-C1D7-D15D-4643D6E331D4}"/>
              </a:ext>
            </a:extLst>
          </p:cNvPr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</a:t>
            </a:r>
            <a:r>
              <a:rPr lang="en-US" sz="32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ko-KR" altLang="en-US" sz="3200" b="1" dirty="0">
                <a:solidFill>
                  <a:schemeClr val="accent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총정리</a:t>
            </a: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05A7DC-BE87-03B9-B130-FAA659C51DE6}"/>
              </a:ext>
            </a:extLst>
          </p:cNvPr>
          <p:cNvSpPr/>
          <p:nvPr/>
        </p:nvSpPr>
        <p:spPr>
          <a:xfrm>
            <a:off x="365760" y="1115567"/>
            <a:ext cx="8412480" cy="4571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8ABF5AB1-8698-A75F-F69C-9AF7302B9F87}"/>
              </a:ext>
            </a:extLst>
          </p:cNvPr>
          <p:cNvSpPr/>
          <p:nvPr/>
        </p:nvSpPr>
        <p:spPr>
          <a:xfrm>
            <a:off x="95084" y="1595492"/>
            <a:ext cx="8953832" cy="2629221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5D064307-B376-9073-03E1-B57EC9220449}"/>
              </a:ext>
            </a:extLst>
          </p:cNvPr>
          <p:cNvSpPr/>
          <p:nvPr/>
        </p:nvSpPr>
        <p:spPr>
          <a:xfrm>
            <a:off x="95084" y="1637593"/>
            <a:ext cx="4896016" cy="5666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</a:t>
            </a:r>
            <a:r>
              <a:rPr lang="ko-KR" altLang="en-US" sz="20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총정리</a:t>
            </a:r>
            <a:endParaRPr lang="en-US" sz="200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3FF9CEC-13DE-4DC6-FA84-8ED4CD852864}"/>
              </a:ext>
            </a:extLst>
          </p:cNvPr>
          <p:cNvSpPr/>
          <p:nvPr/>
        </p:nvSpPr>
        <p:spPr>
          <a:xfrm>
            <a:off x="95084" y="2186227"/>
            <a:ext cx="8953832" cy="2061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altLang="ko-KR" sz="1600" b="1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총자산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총여신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예수금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BIS 18.27%, NPL 0.49%(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건전성 우수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Moody's Aa3, S&amp;P A+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국제신용등급 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유지로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 신뢰도 및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탁월</a:t>
            </a:r>
            <a:endParaRPr lang="en-US" altLang="ko-KR" sz="1400" dirty="0">
              <a:solidFill>
                <a:srgbClr val="37474F"/>
              </a:solidFill>
            </a:endParaRPr>
          </a:p>
          <a:p>
            <a:r>
              <a:rPr lang="en-US" altLang="ko-KR" sz="16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</a:t>
            </a:r>
            <a:endParaRPr lang="en-US" altLang="ko-KR" sz="1600" b="1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ROA, ROE, NIM </a:t>
            </a:r>
            <a:r>
              <a:rPr lang="ko-KR" alt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하락으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약화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농업지원사업비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증가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순이익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잠식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심화</a:t>
            </a:r>
            <a:endParaRPr lang="en-US" altLang="ko-KR" sz="1400" dirty="0">
              <a:solidFill>
                <a:srgbClr val="37474F"/>
              </a:solidFill>
            </a:endParaRPr>
          </a:p>
          <a:p>
            <a:r>
              <a:rPr lang="en-US" altLang="ko-KR" sz="1600" b="1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총평</a:t>
            </a:r>
            <a:endParaRPr lang="en-US" altLang="ko-KR" sz="1600" b="1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총자산·여신·수신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5%대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성장하며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외형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확대는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건전성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전반적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개선세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</a:t>
            </a:r>
          </a:p>
          <a:p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ROA·ROE·NIM 등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하락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외형 성장 대비 수익성의 질적 격차 존재</a:t>
            </a:r>
            <a:endParaRPr lang="en-US" altLang="ko-KR" sz="1200" b="1" dirty="0">
              <a:solidFill>
                <a:srgbClr val="3747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882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최근 행보 및 팀의 견해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뉴스·분석 결과에 대한 팀의 견해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7"/>
            <a:ext cx="8412480" cy="45719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1402745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402745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30352" y="1261872"/>
            <a:ext cx="8046720" cy="444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 AI 전환(AX) — </a:t>
            </a:r>
            <a:r>
              <a:rPr lang="en-US" sz="1600" b="1" dirty="0" err="1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긍정적</a:t>
            </a:r>
            <a:r>
              <a:rPr lang="en-US" sz="16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1722766"/>
            <a:ext cx="8059124" cy="7299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수익성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정체라는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불구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전환(AX),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적극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-&gt;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금융환경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변화에 능동적으로 대응하고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인상적</a:t>
            </a:r>
            <a:endParaRPr lang="en-US" altLang="ko-KR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통해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전반에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긍정적인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영향을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미칠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것으로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</a:t>
            </a:r>
            <a:endParaRPr lang="en-US" altLang="ko-KR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795891"/>
            <a:ext cx="8412480" cy="1150111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795892"/>
            <a:ext cx="64398" cy="115011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352" y="2823323"/>
            <a:ext cx="8095700" cy="4182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💻  디지털 전환 — 포용금융과의 균형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" y="3289015"/>
            <a:ext cx="8211312" cy="551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속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농업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지역경제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기반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지속적으로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강화하는 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 -&gt;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l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포용금융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공공성</a:t>
            </a:r>
            <a:r>
              <a:rPr lang="en-US" altLang="ko-KR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동시에 추구하며 균형을 유지하는 점이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농협의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강점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4104709"/>
            <a:ext cx="8412480" cy="947352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65760" y="3909060"/>
            <a:ext cx="8412480" cy="135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 err="1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NH농협은행</a:t>
            </a: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＂</a:t>
            </a:r>
            <a:r>
              <a:rPr lang="en-US" sz="1300" b="1" dirty="0" err="1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크고</a:t>
            </a: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r>
              <a:rPr lang="ko-KR" alt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</a:t>
            </a:r>
            <a:r>
              <a:rPr lang="en-US" sz="1300" b="1" dirty="0" err="1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지만</a:t>
            </a: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b="1" dirty="0" err="1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수익은</a:t>
            </a: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평균적</a:t>
            </a: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</a:t>
            </a:r>
          </a:p>
          <a:p>
            <a:pPr algn="ctr"/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AX·</a:t>
            </a:r>
            <a:r>
              <a:rPr lang="ko-KR" alt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전환</a:t>
            </a:r>
            <a:r>
              <a:rPr lang="en-US" altLang="ko-KR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</a:t>
            </a:r>
            <a:r>
              <a:rPr lang="en-US" altLang="ko-KR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300" b="1" dirty="0"/>
              <a:t>기존 은행에서 벗어나는 전략적 방향 긍정적</a:t>
            </a:r>
            <a:r>
              <a:rPr lang="en-US" altLang="ko-KR" sz="1300" b="1" dirty="0"/>
              <a:t>, </a:t>
            </a:r>
            <a:r>
              <a:rPr lang="ko-KR" altLang="en-US" sz="1300" b="1" dirty="0"/>
              <a:t>실제 수익성 개선으로 이어질지는 불확실</a:t>
            </a:r>
            <a:endParaRPr lang="en-US" altLang="ko-KR" sz="1300" b="1" dirty="0"/>
          </a:p>
          <a:p>
            <a:pPr algn="ctr"/>
            <a:r>
              <a:rPr lang="ko-KR" altLang="en-US" sz="1300" b="1" dirty="0"/>
              <a:t>이자 수익성 둔화 지속</a:t>
            </a:r>
            <a:r>
              <a:rPr lang="en-US" altLang="ko-KR" sz="1300" b="1" dirty="0"/>
              <a:t>  -&gt;</a:t>
            </a:r>
            <a:r>
              <a:rPr lang="ko-KR" altLang="en-US" sz="1300" b="1" dirty="0"/>
              <a:t> </a:t>
            </a:r>
            <a:r>
              <a:rPr lang="ko-KR" alt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해결 위해 비이자이익 확대 </a:t>
            </a:r>
            <a:r>
              <a:rPr lang="en-US" altLang="ko-KR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ko-KR" alt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디지털전환 </a:t>
            </a:r>
            <a:r>
              <a:rPr lang="en-US" altLang="ko-KR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 </a:t>
            </a:r>
            <a:r>
              <a:rPr lang="ko-KR" alt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수익 창출 도구로 활용 </a:t>
            </a:r>
            <a:r>
              <a:rPr lang="en-US" altLang="ko-KR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수익성 개선 필요</a:t>
            </a:r>
            <a:r>
              <a:rPr lang="en-US" altLang="ko-KR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>
              <a:solidFill>
                <a:srgbClr val="2E7D3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취업 시 필요한 역량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8CA5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인재상  ·  핵심 직무 역량  ·  필요 자격증</a:t>
            </a:r>
            <a:endParaRPr lang="en-US" sz="1600" dirty="0">
              <a:solidFill>
                <a:srgbClr val="8CA58D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CC4FD6C-BA72-BDCF-1378-4B83BA0622C1}"/>
              </a:ext>
            </a:extLst>
          </p:cNvPr>
          <p:cNvSpPr/>
          <p:nvPr/>
        </p:nvSpPr>
        <p:spPr>
          <a:xfrm>
            <a:off x="1017964" y="2783061"/>
            <a:ext cx="6463950" cy="45719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기업 취업 시 필요한 역량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NH농협은행 인재상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 📚  금융 전문가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170992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최고의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금융서비스를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위해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전문지식을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갖추고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끊임없이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노력하는 인재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33756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 🤝  소통·협력형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170992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및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조직구성원을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존중하고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소통과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협력에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앞장서는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 ⚖️  책임·정직형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36208" y="1709928"/>
            <a:ext cx="252374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도덕성과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정직성을 근간으로 고객과의 약속을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끝까지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책임지는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인재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01752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💡  혁신·창의형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" y="349300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다양성과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변화를 적극 수용하여 독창적 아이디어와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혁신을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창출하는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인재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46120" y="3017520"/>
            <a:ext cx="27432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246120" y="3017520"/>
            <a:ext cx="274320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33756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🌟  고객 최우선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46120" y="3493008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>
              <a:solidFill>
                <a:srgbClr val="37474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고객의 입장에서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생각하고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고객만족에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4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앞장서는</a:t>
            </a:r>
            <a:r>
              <a:rPr lang="en-US" sz="14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인재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93776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NH농협은행 채용 공식 홈페이지 www.nhbank.com/nhmn/KO_NHJB_02.do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기업 취업 시 필요한 역량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직무 역량 &amp; 필요 자격증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84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</a:t>
            </a:r>
            <a:r>
              <a:rPr lang="en-US" sz="15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금융 기본 역량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예금·대출·금리 구조 이해 / 리스크 관리 개념 / 금융시장 흐름 분석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84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64008" cy="82296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94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 고객 응대 능력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25420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상담·설명·설득력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484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6400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21100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 디지털 활용 능력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모바일뱅킹·데이터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/ IT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적응력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-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급상승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(AX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4846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64008" cy="8229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 문제 해결 능력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4370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상황 맞춤 대응 / 금융상품 연결 능력 / 회계·재무 지식 활용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94960" y="1234440"/>
            <a:ext cx="338328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394960" y="1234440"/>
            <a:ext cx="338328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486400" y="1234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 </a:t>
            </a:r>
            <a:r>
              <a:rPr lang="en-US" sz="15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</a:t>
            </a: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&amp; 어학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394960" y="1600200"/>
            <a:ext cx="3383280" cy="2377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486400" y="160020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</a:rPr>
              <a:t>자격증 </a:t>
            </a:r>
            <a:r>
              <a:rPr lang="en-US" altLang="ko-KR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ko-KR" alt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</a:rPr>
              <a:t>필수 </a:t>
            </a:r>
            <a:r>
              <a:rPr lang="en-US" altLang="ko-KR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</a:rPr>
              <a:t>X)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1837944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AFPK (재무설계사)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084832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투자자산운용사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2331720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은행FP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2578608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펀드투자권유대행인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77840" y="2815471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증권투자권유대행인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94960" y="3300984"/>
            <a:ext cx="3383280" cy="2377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5" name="Text 33"/>
          <p:cNvSpPr/>
          <p:nvPr/>
        </p:nvSpPr>
        <p:spPr>
          <a:xfrm>
            <a:off x="5486400" y="330098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어학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77840" y="3538728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</a:t>
            </a:r>
            <a:r>
              <a:rPr lang="en-US" sz="1200" dirty="0" err="1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토익</a:t>
            </a: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800점 이상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3785616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오픽 IM2 ~ IH 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94960" y="4251960"/>
            <a:ext cx="3383280" cy="237744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486400" y="4251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전공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77840" y="4489704"/>
            <a:ext cx="3063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금융·경제·경영·회계·세무·IT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93776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NH농협은행 채용 홈페이지 / 합격자 평균 스펙 분석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B4833-B253-6FEF-3745-D5BAE13AF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7652FAF-023E-2E4E-9968-C8798B2543CB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solidFill>
            <a:srgbClr val="C8E6C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4828C0-CD85-6EE9-ECF1-BD107ACEF1D5}"/>
              </a:ext>
            </a:extLst>
          </p:cNvPr>
          <p:cNvSpPr/>
          <p:nvPr/>
        </p:nvSpPr>
        <p:spPr>
          <a:xfrm>
            <a:off x="365760" y="1645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기업 취업 시 필요한 역량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6EC6E6-555E-9062-9C67-D599D0CB181A}"/>
              </a:ext>
            </a:extLst>
          </p:cNvPr>
          <p:cNvSpPr/>
          <p:nvPr/>
        </p:nvSpPr>
        <p:spPr>
          <a:xfrm>
            <a:off x="365760" y="5029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직무 역량 &amp; 필요 자격증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884B16C-E1EF-B619-5B05-505E6BABE3BF}"/>
              </a:ext>
            </a:extLst>
          </p:cNvPr>
          <p:cNvSpPr/>
          <p:nvPr/>
        </p:nvSpPr>
        <p:spPr>
          <a:xfrm>
            <a:off x="365760" y="1115568"/>
            <a:ext cx="8412480" cy="274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30012C6-DFEA-3B86-08B2-BB2F40C277B8}"/>
              </a:ext>
            </a:extLst>
          </p:cNvPr>
          <p:cNvSpPr/>
          <p:nvPr/>
        </p:nvSpPr>
        <p:spPr>
          <a:xfrm>
            <a:off x="365760" y="493776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dirty="0" err="1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r>
              <a:rPr lang="en-US" sz="900" dirty="0">
                <a:solidFill>
                  <a:srgbClr val="607D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altLang="ko-KR" sz="900" dirty="0">
                <a:hlinkClick r:id="rId3"/>
              </a:rPr>
              <a:t>NH</a:t>
            </a:r>
            <a:r>
              <a:rPr lang="ko-KR" altLang="en-US" sz="900" dirty="0">
                <a:hlinkClick r:id="rId3"/>
              </a:rPr>
              <a:t>농협은행 취업 합격 스펙 </a:t>
            </a:r>
            <a:r>
              <a:rPr lang="en-US" altLang="ko-KR" sz="900" dirty="0">
                <a:hlinkClick r:id="rId3"/>
              </a:rPr>
              <a:t>| </a:t>
            </a:r>
            <a:r>
              <a:rPr lang="ko-KR" altLang="en-US" sz="900" dirty="0" err="1">
                <a:hlinkClick r:id="rId3"/>
              </a:rPr>
              <a:t>잡코리아</a:t>
            </a:r>
            <a:endParaRPr lang="en-US" sz="900" dirty="0"/>
          </a:p>
        </p:txBody>
      </p:sp>
      <p:pic>
        <p:nvPicPr>
          <p:cNvPr id="42" name="Picture 17">
            <a:extLst>
              <a:ext uri="{FF2B5EF4-FFF2-40B4-BE49-F238E27FC236}">
                <a16:creationId xmlns:a16="http://schemas.microsoft.com/office/drawing/2014/main" id="{9A047B29-BC69-2280-D320-A9777B70CB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10"/>
          <a:stretch>
            <a:fillRect/>
          </a:stretch>
        </p:blipFill>
        <p:spPr>
          <a:xfrm>
            <a:off x="1937257" y="1215628"/>
            <a:ext cx="5269485" cy="364950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Shape 4">
            <a:extLst>
              <a:ext uri="{FF2B5EF4-FFF2-40B4-BE49-F238E27FC236}">
                <a16:creationId xmlns:a16="http://schemas.microsoft.com/office/drawing/2014/main" id="{9F6E0E36-861B-C451-CD7A-91A8D5837C8F}"/>
              </a:ext>
            </a:extLst>
          </p:cNvPr>
          <p:cNvSpPr/>
          <p:nvPr/>
        </p:nvSpPr>
        <p:spPr>
          <a:xfrm>
            <a:off x="365760" y="1659498"/>
            <a:ext cx="2189332" cy="61439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074792-98D9-B399-875D-E460DDD3B1E4}"/>
              </a:ext>
            </a:extLst>
          </p:cNvPr>
          <p:cNvSpPr/>
          <p:nvPr/>
        </p:nvSpPr>
        <p:spPr>
          <a:xfrm>
            <a:off x="365760" y="1659498"/>
            <a:ext cx="49584" cy="596543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D30F76-8188-382F-C52D-C72E0EDF5A57}"/>
              </a:ext>
            </a:extLst>
          </p:cNvPr>
          <p:cNvSpPr/>
          <p:nvPr/>
        </p:nvSpPr>
        <p:spPr>
          <a:xfrm>
            <a:off x="411479" y="1693065"/>
            <a:ext cx="2139748" cy="5104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 </a:t>
            </a:r>
            <a:r>
              <a:rPr lang="ko-KR" altLang="en-US" sz="1500" b="1" dirty="0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합격자 </a:t>
            </a:r>
            <a:r>
              <a:rPr lang="ko-KR" altLang="en-US" sz="1500" b="1" dirty="0" err="1">
                <a:solidFill>
                  <a:srgbClr val="1B5E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평균스펙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99402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DD79A7C8-D8B7-C124-4BE7-1010BDE27892}"/>
              </a:ext>
            </a:extLst>
          </p:cNvPr>
          <p:cNvGrpSpPr/>
          <p:nvPr/>
        </p:nvGrpSpPr>
        <p:grpSpPr>
          <a:xfrm>
            <a:off x="914400" y="1657350"/>
            <a:ext cx="7315200" cy="1828800"/>
            <a:chOff x="914400" y="914400"/>
            <a:chExt cx="7315200" cy="1828800"/>
          </a:xfrm>
        </p:grpSpPr>
        <p:sp>
          <p:nvSpPr>
            <p:cNvPr id="2" name="Text 0"/>
            <p:cNvSpPr/>
            <p:nvPr/>
          </p:nvSpPr>
          <p:spPr>
            <a:xfrm>
              <a:off x="914400" y="914400"/>
              <a:ext cx="7315200" cy="10972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감사합니다</a:t>
              </a:r>
              <a:endParaRPr lang="en-US" sz="5200" dirty="0"/>
            </a:p>
          </p:txBody>
        </p:sp>
        <p:sp>
          <p:nvSpPr>
            <p:cNvPr id="3" name="Shape 1"/>
            <p:cNvSpPr/>
            <p:nvPr/>
          </p:nvSpPr>
          <p:spPr>
            <a:xfrm>
              <a:off x="3200400" y="2103120"/>
              <a:ext cx="2743200" cy="45720"/>
            </a:xfrm>
            <a:prstGeom prst="rect">
              <a:avLst/>
            </a:prstGeom>
            <a:solidFill>
              <a:srgbClr val="F9A825"/>
            </a:solidFill>
            <a:ln w="1270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 2"/>
            <p:cNvSpPr/>
            <p:nvPr/>
          </p:nvSpPr>
          <p:spPr>
            <a:xfrm>
              <a:off x="914400" y="2286000"/>
              <a:ext cx="7315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8E6C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NH농협은행 </a:t>
              </a:r>
              <a:r>
                <a:rPr lang="en-US" sz="1600" dirty="0" err="1">
                  <a:solidFill>
                    <a:srgbClr val="C8E6C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금융기관</a:t>
              </a:r>
              <a:r>
                <a:rPr lang="en-US" sz="1600" dirty="0">
                  <a:solidFill>
                    <a:srgbClr val="C8E6C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600" dirty="0" err="1">
                  <a:solidFill>
                    <a:srgbClr val="C8E6C9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분석</a:t>
              </a:r>
              <a:endParaRPr lang="en-US" sz="16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914400" y="3473241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5D6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위지연  ·  정관  |  금융기관론 과제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2525</Words>
  <Application>Microsoft Office PowerPoint</Application>
  <PresentationFormat>화면 슬라이드 쇼(16:9)</PresentationFormat>
  <Paragraphs>416</Paragraphs>
  <Slides>24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NH농협은행 금융기관 분석</dc:title>
  <dc:subject>PptxGenJS Presentation</dc:subject>
  <dc:creator>PptxGenJS</dc:creator>
  <cp:lastModifiedBy>지연 위</cp:lastModifiedBy>
  <cp:revision>5</cp:revision>
  <dcterms:created xsi:type="dcterms:W3CDTF">2026-05-03T12:07:31Z</dcterms:created>
  <dcterms:modified xsi:type="dcterms:W3CDTF">2026-05-17T09:38:57Z</dcterms:modified>
</cp:coreProperties>
</file>